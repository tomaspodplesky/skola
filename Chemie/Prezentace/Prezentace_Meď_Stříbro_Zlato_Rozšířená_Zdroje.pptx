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hemguide.co.uk/" TargetMode="External"/><Relationship Id="rId2" Type="http://schemas.openxmlformats.org/officeDocument/2006/relationships/hyperlink" Target="https://pubchem.ncbi.nlm.nih.gov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um.rvp.cz/" TargetMode="External"/><Relationship Id="rId5" Type="http://schemas.openxmlformats.org/officeDocument/2006/relationships/hyperlink" Target="https://www.skolasnadhledem.cz/" TargetMode="External"/><Relationship Id="rId4" Type="http://schemas.openxmlformats.org/officeDocument/2006/relationships/hyperlink" Target="https://www.webelement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Úvod do kovů měď, stříbro, zlato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Skupina 11 přechodných kovů: Cu, Ag, Au</a:t>
            </a:r>
          </a:p>
          <a:p>
            <a:r>
              <a:t>Vysoká elektrická a tepelná vodivost</a:t>
            </a:r>
          </a:p>
          <a:p>
            <a:r>
              <a:t>Běžné i vzácné využití v průmyslu, technice i šperkařství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Měď – fyzikální a chemické vlastnosti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Barva: červenohnědá, kovový lesk</a:t>
            </a:r>
          </a:p>
          <a:p>
            <a:r>
              <a:t>Vysoká elektrická a tepelná vodivost</a:t>
            </a:r>
          </a:p>
          <a:p>
            <a:r>
              <a:t>Kujná, tažná, reaktivnější než Ag a Au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Měď – chování na vzduchu a oxidy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Suchý vzduch: Cu se téměř nemění – vznik Cu₂O</a:t>
            </a:r>
          </a:p>
          <a:p>
            <a:r>
              <a:t>Vlhký vzduch: vznik měděnky – Cu₂(OH)₂CO₃ (zelená patina)</a:t>
            </a:r>
          </a:p>
          <a:p>
            <a:r>
              <a:t>Oxidy mědi: Cu₂O (červený), CuO (černý)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Měď – výroba a slitiny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Výroba: z chalkopyritu (CuFeS₂) – pražení a tavení</a:t>
            </a:r>
          </a:p>
          <a:p>
            <a:r>
              <a:t>Slitiny: mosaz (Cu + Zn), bronz (Cu + Sn), cupronikl (Cu + Ni)</a:t>
            </a:r>
          </a:p>
          <a:p>
            <a:r>
              <a:t>Použití: elektrické vodiče, potrubí, mince, umělecké předměty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Stříbro – vlastnosti a oxidy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Barva: bílý kov s vysokým leskem</a:t>
            </a:r>
          </a:p>
          <a:p>
            <a:r>
              <a:t>Nejlepší elektrická vodivost ze všech kovů</a:t>
            </a:r>
          </a:p>
          <a:p>
            <a:r>
              <a:t>Oxid stříbrný (Ag₂O) – tmavě hnědý, málo stabilní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Stříbro – využití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Šperky, mince, zrcadla, elektrotechnika</a:t>
            </a:r>
          </a:p>
          <a:p>
            <a:r>
              <a:t>Fotochemie – citlivost na světlo (AgX sloučeniny)</a:t>
            </a:r>
          </a:p>
          <a:p>
            <a:r>
              <a:t>Antibakteriální vlastnosti – zdravotnické využití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Dusičnan a bromid stříbrný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AgNO₃ – leptadlo, antiseptikum, výroba zrcadel</a:t>
            </a:r>
          </a:p>
          <a:p>
            <a:r>
              <a:t>AgBr – světlocitlivý, využití ve fotografii a rentgenu</a:t>
            </a:r>
          </a:p>
          <a:p>
            <a:r>
              <a:t>Reakce: Ag⁺ + Br⁻ → AgBr (světlocitlivý sraženina)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Zlato – vlastnosti a stabilita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Barva: žlutý kov, velmi měkký, kujnost, tažnost</a:t>
            </a:r>
          </a:p>
          <a:p>
            <a:r>
              <a:t>Chemicky velmi stabilní – nereaguje s většinou kyselin</a:t>
            </a:r>
          </a:p>
          <a:p>
            <a:r>
              <a:t>Reaguje pouze s lučavkou královskou → AuCl₄⁻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Zlato – slitiny a použití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Ryzí zlato: 24 karátů – měkké, leguje se s Cu, Ag, Ni</a:t>
            </a:r>
          </a:p>
          <a:p>
            <a:r>
              <a:t>Slitiny pro šperky – 18K, 14K (vyšší tvrdost, různé barvy)</a:t>
            </a:r>
          </a:p>
          <a:p>
            <a:r>
              <a:t>Použití: šperky, elektronika, medicína, investiční slitky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Srovnání kovů – Cu, Ag, Au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Měď – levná, dobrý vodič, snadno oxiduje (měděnka)</a:t>
            </a:r>
          </a:p>
          <a:p>
            <a:r>
              <a:t>Stříbro – nejlepší vodič, tmavne (sulfidy), široké využití</a:t>
            </a:r>
          </a:p>
          <a:p>
            <a:r>
              <a:t>Zlato – nejodolnější, nereaktivní, luxusní a technologické využití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Přehled reakcí a sloučenin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Cu + HNO₃ → Cu(NO₃)₂ + NO₂ + H₂O</a:t>
            </a:r>
          </a:p>
          <a:p>
            <a:r>
              <a:t>AgNO₃ + Br⁻ → AgBr (fotosenzitivní sraženina)</a:t>
            </a:r>
          </a:p>
          <a:p>
            <a:r>
              <a:t>Au + HNO₃ + HCl (lučavka) → AuCl₄⁻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Závěr a rozdělení prezentace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/>
          </a:p>
          <a:p>
            <a:r>
              <a:t>Shrnutí hlavních vlastností a reakcí každého kovu</a:t>
            </a:r>
          </a:p>
          <a:p>
            <a:r>
              <a:t>Rozdělení mluvčích:</a:t>
            </a:r>
          </a:p>
          <a:p>
            <a:r>
              <a:t>• Člověk 1 – Měď</a:t>
            </a:r>
          </a:p>
          <a:p>
            <a:r>
              <a:t>• Člověk 2 – Stříbro</a:t>
            </a:r>
          </a:p>
          <a:p>
            <a:r>
              <a:t>• Člověk 3 – Zlato</a:t>
            </a:r>
          </a:p>
          <a:p>
            <a:r>
              <a:t>• Člověk 4 – Shrnutí, chemie</a:t>
            </a:r>
          </a:p>
          <a:p>
            <a:r>
              <a:t>• Člověk 5 – Závěr, otázky, doplnění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Zdroje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>
                <a:hlinkClick r:id="rId2"/>
              </a:rPr>
              <a:t>https://pubchem.ncbi.nlm.nih.gov/</a:t>
            </a:r>
            <a:r>
              <a:rPr lang="cs-CZ" dirty="0"/>
              <a:t> </a:t>
            </a:r>
            <a:endParaRPr dirty="0"/>
          </a:p>
          <a:p>
            <a:r>
              <a:rPr dirty="0">
                <a:hlinkClick r:id="rId3"/>
              </a:rPr>
              <a:t>https://www.chemguide.co.uk/</a:t>
            </a:r>
            <a:r>
              <a:rPr lang="cs-CZ" dirty="0"/>
              <a:t> </a:t>
            </a:r>
            <a:endParaRPr dirty="0"/>
          </a:p>
          <a:p>
            <a:r>
              <a:rPr dirty="0">
                <a:hlinkClick r:id="rId4"/>
              </a:rPr>
              <a:t>https://www.webelements.com/</a:t>
            </a:r>
            <a:r>
              <a:rPr lang="cs-CZ" dirty="0"/>
              <a:t> </a:t>
            </a:r>
            <a:endParaRPr dirty="0"/>
          </a:p>
          <a:p>
            <a:r>
              <a:rPr dirty="0">
                <a:hlinkClick r:id="rId5"/>
              </a:rPr>
              <a:t>https://www.skolasnadhledem.cz</a:t>
            </a:r>
            <a:r>
              <a:rPr lang="cs-CZ" dirty="0"/>
              <a:t> </a:t>
            </a:r>
            <a:r>
              <a:rPr dirty="0"/>
              <a:t> </a:t>
            </a:r>
            <a:r>
              <a:rPr dirty="0">
                <a:hlinkClick r:id="rId6"/>
              </a:rPr>
              <a:t>https://dum.rvp.cz</a:t>
            </a:r>
            <a:r>
              <a:rPr lang="cs-CZ" dirty="0"/>
              <a:t> 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500</Words>
  <Application>Microsoft Office PowerPoint</Application>
  <PresentationFormat>Předvádění na obrazovce (4:3)</PresentationFormat>
  <Paragraphs>70</Paragraphs>
  <Slides>13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Úvod do kovů měď, stříbro, zlato</vt:lpstr>
      <vt:lpstr>Měď – fyzikální a chemické vlastnosti</vt:lpstr>
      <vt:lpstr>Měď – chování na vzduchu a oxidy</vt:lpstr>
      <vt:lpstr>Měď – výroba a slitiny</vt:lpstr>
      <vt:lpstr>Stříbro – vlastnosti a oxidy</vt:lpstr>
      <vt:lpstr>Stříbro – využití</vt:lpstr>
      <vt:lpstr>Dusičnan a bromid stříbrný</vt:lpstr>
      <vt:lpstr>Zlato – vlastnosti a stabilita</vt:lpstr>
      <vt:lpstr>Zlato – slitiny a použití</vt:lpstr>
      <vt:lpstr>Srovnání kovů – Cu, Ag, Au</vt:lpstr>
      <vt:lpstr>Přehled reakcí a sloučenin</vt:lpstr>
      <vt:lpstr>Závěr a rozdělení prezentace</vt:lpstr>
      <vt:lpstr>Zdroje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Tomaš Podpleský</dc:creator>
  <cp:keywords/>
  <dc:description>generated using python-pptx</dc:description>
  <cp:lastModifiedBy>Tomaš Podpleský</cp:lastModifiedBy>
  <cp:revision>3</cp:revision>
  <dcterms:created xsi:type="dcterms:W3CDTF">2013-01-27T09:14:16Z</dcterms:created>
  <dcterms:modified xsi:type="dcterms:W3CDTF">2025-04-09T10:04:05Z</dcterms:modified>
  <cp:category/>
</cp:coreProperties>
</file>