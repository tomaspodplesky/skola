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8D5404-97D7-07DD-B41F-70F36F0E7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1C24905-8BE4-7C26-3AF9-01206757E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7D20C2-7F9F-CC71-C9F9-B1F991D6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776992-13A0-1A5F-882F-4F8204FD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2C77BFC-CC51-AA42-4241-6CCCB59C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959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424362-DCD8-94ED-3190-DB82D577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9F0430-7BDF-B17F-ACB1-5C9DCBCC2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716667A-97F1-292E-5281-3DBD4539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D3A8C1-8A3E-BEB2-8266-E9D78DEC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B0BAFC3-DA03-26A8-801B-E9FAE336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279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3C66B1-5C61-2570-8AA1-8F537F18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E83B239-4720-9841-5041-F7282ADF0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5D7072-B039-2556-B4BE-D1993F0EF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408CF6B-84CF-B233-A6B0-A2006A11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BB23B00-2451-CD9A-9400-90B01A38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110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D0FBCB-FFC9-E8D1-2839-531943522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B1246D-E455-3498-4636-359037E73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7B00E91-107A-F984-FF14-9613A1F9B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04789DA-187C-026C-718F-BC926E0D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D8BC7DA-55E6-0EC4-992E-4D5B3571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309AD85-934F-7F13-6D7A-0486433E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654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CFAAC8-C11E-EACA-9FCE-D57451E0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5AAF7E1-CDCF-5659-1D30-9EFEE602F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8EA7912-155A-9697-D926-B3F5C664A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995CD91-96CF-A71D-993E-2877F23FD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D63A7FD-128F-4220-4B0B-49A1B0055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AB7CF56-1C2A-44CA-88BE-C7812C61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C6758-A8F8-E797-AB76-3DFE2CCC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0A59EB8-8D10-D3AE-3652-908D59E8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5130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192F81-71C7-D5DC-25CF-AEDC2D4D5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CEEB106-C550-19BB-3484-10CD5FBB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93A5742-C407-7F1C-753B-2003927F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A391451-EEDA-6709-7DE5-80A9372F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054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2E1D71F-08BF-C40B-2CA8-B9AB9EF1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2DA0381-ACF0-C5F1-4A77-AE0B201F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3E71AC0-9A2C-E3FE-FAAA-5AD632F5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512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41F065-324D-1F6F-262F-2791EF70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40B0B0-94EF-CCE2-4520-B1177CD71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6C89F64-85A4-C61D-D157-82D002E6C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A92F04A-30C1-10AD-AB6B-D078D6A1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B9A9FC2-DC1B-AB0D-7DD4-8BD759E5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D72E4B2-018E-594B-5210-F18A1042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769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8DCE40-F095-940F-D816-4BE00EE04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48C8973-52EE-21A0-4393-47EE711E6E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387CF15-60E2-3B32-EC5A-455FFDB9C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77453A0-9618-C5D0-EE0B-C67A199D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47929ED-2663-6F6F-C04B-1EB538C1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A39FD09-F36D-BB08-1E28-C03FB191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7028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3E9C9F-312B-B932-22D1-DE266D9D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BACEE26-2185-474A-EF7F-EE2DFE061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D613878-AD5B-8F70-55B3-B674D3A1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45910A-8C45-4EF6-AB6A-7CEF1DC6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5F01C2C-5959-E0B4-BC8F-B9839CA4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635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87A36C7-EDE8-0814-AF07-93C111DBC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B707A50-7EFB-A735-4C25-0525F2BA2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2179D3-CDBB-AF16-F108-61E7CC17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5DD8518-FC92-EA70-B0D6-8F5ED740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8CE9D28-8684-E941-80FD-C0A76F07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477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C22241A-623B-2980-CB21-B4F0501A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045AD79-D40E-BB4A-601A-A7A746367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1366DE9-4A41-32B9-D5DC-7AF479A50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264D7-4AD4-4710-9ED9-7A12BF8B9990}" type="datetimeFigureOut">
              <a:rPr lang="cs-CZ" smtClean="0"/>
              <a:t>13.11.2024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AC7432A-8EC0-4011-EF47-22F025E37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F19F52-4329-D06E-DE19-066D2EDF9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0F8A5-E110-4746-A89F-A446E24203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660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FC77EE-F5F4-7C64-60BF-3AA31E042D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Druhy vod a voda jako rozpouštědlo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FA58019-2D06-4F18-7468-79DB7B1F5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Přibyl, Rach, </a:t>
            </a:r>
            <a:r>
              <a:rPr lang="cs-CZ" dirty="0" err="1"/>
              <a:t>Svěchota</a:t>
            </a:r>
            <a:r>
              <a:rPr lang="cs-CZ" dirty="0"/>
              <a:t>, </a:t>
            </a:r>
            <a:r>
              <a:rPr lang="cs-CZ" dirty="0" err="1"/>
              <a:t>Tajcnár</a:t>
            </a:r>
            <a:r>
              <a:rPr lang="cs-CZ" dirty="0"/>
              <a:t>, Podpleský, Svítek</a:t>
            </a:r>
          </a:p>
          <a:p>
            <a:r>
              <a:rPr lang="cs-CZ" dirty="0"/>
              <a:t>2.M</a:t>
            </a:r>
          </a:p>
        </p:txBody>
      </p:sp>
    </p:spTree>
    <p:extLst>
      <p:ext uri="{BB962C8B-B14F-4D97-AF65-F5344CB8AC3E}">
        <p14:creationId xmlns:p14="http://schemas.microsoft.com/office/powerpoint/2010/main" val="265171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0B9313-C45E-1C58-B766-5A190038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Druhy vody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6742E7-FB05-D741-6E96-1E2E8421C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Perlivá</a:t>
            </a:r>
          </a:p>
          <a:p>
            <a:r>
              <a:rPr lang="cs-CZ" dirty="0"/>
              <a:t>Neperlivá</a:t>
            </a:r>
          </a:p>
          <a:p>
            <a:r>
              <a:rPr lang="cs-CZ" dirty="0"/>
              <a:t>Chmelená</a:t>
            </a:r>
          </a:p>
          <a:p>
            <a:r>
              <a:rPr lang="cs-CZ" dirty="0"/>
              <a:t>Vodka </a:t>
            </a:r>
          </a:p>
        </p:txBody>
      </p:sp>
      <p:sp>
        <p:nvSpPr>
          <p:cNvPr id="4" name="AutoShape 4" descr="Co je to řezané pivo? | Budějovický Budvar">
            <a:extLst>
              <a:ext uri="{FF2B5EF4-FFF2-40B4-BE49-F238E27FC236}">
                <a16:creationId xmlns:a16="http://schemas.microsoft.com/office/drawing/2014/main" id="{D2A2DFB4-F66D-5F97-2A9B-43D37A86FB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2054" name="Picture 6" descr="Průvodce pivem pro začátečníky | Prazdroj">
            <a:extLst>
              <a:ext uri="{FF2B5EF4-FFF2-40B4-BE49-F238E27FC236}">
                <a16:creationId xmlns:a16="http://schemas.microsoft.com/office/drawing/2014/main" id="{06F8FE35-9358-6F36-C73F-412B516F1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982" y="461073"/>
            <a:ext cx="7004484" cy="467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42 Blend vodka 42% 0,7 l - Vodky | Prodej potravin, nápojů a alkoholu Rojal">
            <a:extLst>
              <a:ext uri="{FF2B5EF4-FFF2-40B4-BE49-F238E27FC236}">
                <a16:creationId xmlns:a16="http://schemas.microsoft.com/office/drawing/2014/main" id="{DAD11A3E-74F0-28EC-D618-CE56EB55C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907" y="3351736"/>
            <a:ext cx="2118266" cy="282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366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2C4649-8D91-4318-9329-C9F46889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Děkujeme za pozornost</a:t>
            </a:r>
          </a:p>
        </p:txBody>
      </p:sp>
      <p:pic>
        <p:nvPicPr>
          <p:cNvPr id="7" name="Zástupný obsah 6" descr="Obsah obrázku venku, oblečení, osoba, území&#10;&#10;Popis byl vytvořen automaticky">
            <a:extLst>
              <a:ext uri="{FF2B5EF4-FFF2-40B4-BE49-F238E27FC236}">
                <a16:creationId xmlns:a16="http://schemas.microsoft.com/office/drawing/2014/main" id="{2BFACAE9-B4E7-1FA5-1C97-7E778D018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89" y="1574416"/>
            <a:ext cx="4351338" cy="4351338"/>
          </a:xfrm>
        </p:spPr>
      </p:pic>
      <p:sp>
        <p:nvSpPr>
          <p:cNvPr id="4" name="AutoShape 2" descr="A photograph of a Black man searching for water in a desert. The man is looking weary and determined, scanning the dry, barren landscape. He wears light, practical clothing suited for the hot climate, and carries a simple water container or bag. The desert is expansive with sand dunes, sparse vegetation, and a vast, cloudless sky. The lighting is bright and intense, emphasizing the harshness of the desert environment.">
            <a:extLst>
              <a:ext uri="{FF2B5EF4-FFF2-40B4-BE49-F238E27FC236}">
                <a16:creationId xmlns:a16="http://schemas.microsoft.com/office/drawing/2014/main" id="{3E5445D4-EE3B-B005-0C46-15337668DE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9" name="Obrázek 8" descr="Obsah obrázku písek, Zpívající písek, dezert/poušť, venku&#10;&#10;Popis byl vytvořen automaticky">
            <a:extLst>
              <a:ext uri="{FF2B5EF4-FFF2-40B4-BE49-F238E27FC236}">
                <a16:creationId xmlns:a16="http://schemas.microsoft.com/office/drawing/2014/main" id="{5CC33DCB-6082-47F9-79A3-59CE3330A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154" y="699198"/>
            <a:ext cx="4500824" cy="450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EBCD4B-86A3-0D41-7E45-8097239A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Obsah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CF8790-3E8A-06A9-FD79-119321E97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Druhy	</a:t>
            </a:r>
          </a:p>
          <a:p>
            <a:pPr marL="0" indent="0">
              <a:buNone/>
            </a:pPr>
            <a:r>
              <a:rPr lang="cs-CZ" dirty="0"/>
              <a:t>	podle zdroje</a:t>
            </a:r>
          </a:p>
          <a:p>
            <a:pPr marL="0" indent="0">
              <a:buNone/>
            </a:pPr>
            <a:r>
              <a:rPr lang="cs-CZ" dirty="0"/>
              <a:t>	podle využití	</a:t>
            </a:r>
          </a:p>
          <a:p>
            <a:pPr marL="0" indent="0">
              <a:buNone/>
            </a:pPr>
            <a:r>
              <a:rPr lang="cs-CZ" dirty="0"/>
              <a:t>	podle kvality</a:t>
            </a:r>
          </a:p>
          <a:p>
            <a:pPr marL="0" indent="0">
              <a:buNone/>
            </a:pPr>
            <a:r>
              <a:rPr lang="cs-CZ" dirty="0"/>
              <a:t>Voda jako rozpouštědlo</a:t>
            </a:r>
          </a:p>
          <a:p>
            <a:pPr marL="0" indent="0">
              <a:buNone/>
            </a:pPr>
            <a:r>
              <a:rPr lang="cs-CZ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79739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6ACD5D-DC38-2929-0210-8E668DE4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Druhy podle 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B1BECB-6780-91E9-33D0-FA327805C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cs-CZ" dirty="0"/>
              <a:t>1. Povrchová voda</a:t>
            </a:r>
          </a:p>
          <a:p>
            <a:pPr lvl="1"/>
            <a:r>
              <a:rPr lang="cs-CZ" dirty="0"/>
              <a:t> Voda v řekách, jezerech a mořích.</a:t>
            </a:r>
          </a:p>
          <a:p>
            <a:pPr rtl="0"/>
            <a:r>
              <a:rPr lang="cs-CZ" dirty="0"/>
              <a:t>2. Podzemní voda</a:t>
            </a:r>
          </a:p>
          <a:p>
            <a:pPr lvl="1"/>
            <a:r>
              <a:rPr lang="cs-CZ" dirty="0"/>
              <a:t> Voda nacházející se v </a:t>
            </a:r>
            <a:r>
              <a:rPr lang="cs-CZ" dirty="0" err="1"/>
              <a:t>akviferech</a:t>
            </a:r>
            <a:r>
              <a:rPr lang="cs-CZ" dirty="0"/>
              <a:t> pod zemí.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794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8B0F57-DF23-B924-2077-CCDFC761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Druhy podle využití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FCF75E3-D35A-2C2A-2A90-207639D96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cs-CZ" dirty="0"/>
              <a:t>1. Pitná voda</a:t>
            </a:r>
          </a:p>
          <a:p>
            <a:pPr lvl="1"/>
            <a:r>
              <a:rPr lang="cs-CZ" dirty="0"/>
              <a:t> Voda určená k lidské spotřebě.</a:t>
            </a:r>
          </a:p>
          <a:p>
            <a:pPr rtl="0"/>
            <a:r>
              <a:rPr lang="cs-CZ" dirty="0"/>
              <a:t>2. Technická voda</a:t>
            </a:r>
          </a:p>
          <a:p>
            <a:pPr lvl="1"/>
            <a:r>
              <a:rPr lang="cs-CZ" dirty="0"/>
              <a:t> Voda používaná v průmyslových procesech.</a:t>
            </a:r>
          </a:p>
          <a:p>
            <a:pPr rtl="0"/>
            <a:r>
              <a:rPr lang="cs-CZ" dirty="0"/>
              <a:t>3. Zavlažovací voda</a:t>
            </a:r>
          </a:p>
          <a:p>
            <a:pPr lvl="1"/>
            <a:r>
              <a:rPr lang="cs-CZ" dirty="0"/>
              <a:t> Voda používaná pro zavlažování v zemědělství.</a:t>
            </a:r>
          </a:p>
          <a:p>
            <a:pPr rtl="0"/>
            <a:r>
              <a:rPr lang="cs-CZ" dirty="0"/>
              <a:t>4. Léčivá voda</a:t>
            </a:r>
          </a:p>
          <a:p>
            <a:pPr lvl="1"/>
            <a:r>
              <a:rPr lang="cs-CZ" dirty="0"/>
              <a:t> Specifické minerální vody využívané k léčebným účelům.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221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DD0D33-8FFB-966E-FA07-E23FF901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Druhy podle kvality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0546F6-27CD-4131-36E2-87C66BAB1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cs-CZ" dirty="0"/>
              <a:t>1. Destilovaná voda</a:t>
            </a:r>
          </a:p>
          <a:p>
            <a:pPr lvl="1"/>
            <a:r>
              <a:rPr lang="cs-CZ" dirty="0"/>
              <a:t> Voda očištěná destilací, bez minerálů a nečistot.</a:t>
            </a:r>
          </a:p>
          <a:p>
            <a:pPr rtl="0"/>
            <a:r>
              <a:rPr lang="cs-CZ" dirty="0"/>
              <a:t>2. Minerální voda</a:t>
            </a:r>
          </a:p>
          <a:p>
            <a:pPr lvl="1"/>
            <a:r>
              <a:rPr lang="cs-CZ" dirty="0"/>
              <a:t> Voda obsahující přírodní minerály.</a:t>
            </a:r>
          </a:p>
          <a:p>
            <a:pPr rtl="0"/>
            <a:r>
              <a:rPr lang="cs-CZ" dirty="0"/>
              <a:t>3. Měkká voda</a:t>
            </a:r>
          </a:p>
          <a:p>
            <a:pPr lvl="1"/>
            <a:r>
              <a:rPr lang="cs-CZ" dirty="0"/>
              <a:t> Voda s nízkým obsahem minerálů.</a:t>
            </a:r>
          </a:p>
          <a:p>
            <a:pPr rtl="0"/>
            <a:r>
              <a:rPr lang="cs-CZ" dirty="0"/>
              <a:t>4. Tvrdá voda</a:t>
            </a:r>
          </a:p>
          <a:p>
            <a:pPr lvl="1"/>
            <a:r>
              <a:rPr lang="cs-CZ" dirty="0"/>
              <a:t> Voda s vysokým obsahem vápníku a hořčíku.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3317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328AAD-42BA-D5A5-FC76-85766A60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Voda jako rozpouštědlo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A31648C-98A5-E1CE-1722-C9207806A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1589650"/>
            <a:ext cx="10515600" cy="4594839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1. Polární molekula</a:t>
            </a:r>
          </a:p>
          <a:p>
            <a:pPr lvl="1"/>
            <a:r>
              <a:rPr lang="cs-CZ" dirty="0"/>
              <a:t> Voda má kladný a záporný náboj, který přitahuje polární a iontové látky.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2. Vodíkové vazby</a:t>
            </a:r>
          </a:p>
          <a:p>
            <a:pPr lvl="1"/>
            <a:r>
              <a:rPr lang="cs-CZ" dirty="0"/>
              <a:t> Umožňují vodě rozpouštět látky s polárními skupinami (např. -OH, -NH).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3. Rozpouštění iontů</a:t>
            </a:r>
          </a:p>
          <a:p>
            <a:pPr lvl="1"/>
            <a:r>
              <a:rPr lang="cs-CZ" dirty="0"/>
              <a:t> Voda obklopuje ionty a narušuje jejich vazby (např. Na⁺ a Cl⁻ v soli).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4. Vysoká dielektrická konstanta</a:t>
            </a:r>
          </a:p>
          <a:p>
            <a:pPr lvl="1"/>
            <a:r>
              <a:rPr lang="cs-CZ" dirty="0"/>
              <a:t> Snižuje sílu mezi nabitými částicemi a stabilizuje ionty v roztoku.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5. Univerzální rozpouštědlo</a:t>
            </a:r>
          </a:p>
          <a:p>
            <a:pPr lvl="1"/>
            <a:r>
              <a:rPr lang="cs-CZ" dirty="0"/>
              <a:t> Rozpouští většinu polárních a iontových látek, nepolární látky (např. oleje) však nerozpouští.</a:t>
            </a:r>
          </a:p>
        </p:txBody>
      </p:sp>
    </p:spTree>
    <p:extLst>
      <p:ext uri="{BB962C8B-B14F-4D97-AF65-F5344CB8AC3E}">
        <p14:creationId xmlns:p14="http://schemas.microsoft.com/office/powerpoint/2010/main" val="48375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C722E-4C09-9E7E-9098-FEB8D840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Děkujeme za pozornost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ED4206-16DB-127D-8236-A0B2019C2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13903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284</Words>
  <Application>Microsoft Office PowerPoint</Application>
  <PresentationFormat>Širokoúhlá obrazovka</PresentationFormat>
  <Paragraphs>51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Motiv Office</vt:lpstr>
      <vt:lpstr>Druhy vod a voda jako rozpouštědlo</vt:lpstr>
      <vt:lpstr>Druhy vody</vt:lpstr>
      <vt:lpstr>Děkujeme za pozornost</vt:lpstr>
      <vt:lpstr>Obsah</vt:lpstr>
      <vt:lpstr>Druhy podle zdroje</vt:lpstr>
      <vt:lpstr>Druhy podle využití</vt:lpstr>
      <vt:lpstr>Druhy podle kvality</vt:lpstr>
      <vt:lpstr>Voda jako rozpouštědlo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Tomaš Podpleský</dc:creator>
  <cp:lastModifiedBy>Tomaš Podpleský</cp:lastModifiedBy>
  <cp:revision>1</cp:revision>
  <dcterms:created xsi:type="dcterms:W3CDTF">2024-11-13T10:54:30Z</dcterms:created>
  <dcterms:modified xsi:type="dcterms:W3CDTF">2024-11-13T11:33:54Z</dcterms:modified>
</cp:coreProperties>
</file>