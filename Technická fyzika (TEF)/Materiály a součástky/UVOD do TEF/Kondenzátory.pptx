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heme/theme3.xml" ContentType="application/vnd.openxmlformats-officedocument.theme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notesSlides/notesSlide1.xml" ContentType="application/vnd.openxmlformats-officedocument.presentationml.notesSlide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569" r:id="rId3"/>
    <p:sldId id="570" r:id="rId4"/>
    <p:sldId id="256" r:id="rId5"/>
    <p:sldId id="571" r:id="rId6"/>
    <p:sldId id="575" r:id="rId7"/>
    <p:sldId id="574" r:id="rId8"/>
    <p:sldId id="572" r:id="rId9"/>
    <p:sldId id="573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7" autoAdjust="0"/>
    <p:restoredTop sz="92549" autoAdjust="0"/>
  </p:normalViewPr>
  <p:slideViewPr>
    <p:cSldViewPr snapToGrid="0">
      <p:cViewPr>
        <p:scale>
          <a:sx n="75" d="100"/>
          <a:sy n="75" d="100"/>
        </p:scale>
        <p:origin x="73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Výroba</c:v>
                </c:pt>
              </c:strCache>
            </c:strRef>
          </c:tx>
          <c:spPr>
            <a:solidFill>
              <a:srgbClr val="F7261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37-4664-B982-896922587822}"/>
              </c:ext>
            </c:extLst>
          </c:dPt>
          <c:dPt>
            <c:idx val="1"/>
            <c:invertIfNegative val="0"/>
            <c:bubble3D val="0"/>
            <c:spPr>
              <a:solidFill>
                <a:srgbClr val="7E7E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37-4664-B982-896922587822}"/>
              </c:ext>
            </c:extLst>
          </c:dPt>
          <c:dPt>
            <c:idx val="2"/>
            <c:invertIfNegative val="0"/>
            <c:bubble3D val="0"/>
            <c:spPr>
              <a:solidFill>
                <a:srgbClr val="9E9E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37-4664-B982-89692258782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8F6EA"/>
                    </a:solidFill>
                    <a:latin typeface="Arial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937-4664-B982-8969225878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8F6E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8F6E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0FCA3-F512-4CC1-A718-07B9813A81FB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43957-AC6F-40EE-A92C-630FAE5FD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2244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5.sv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7.sv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image" Target="../media/image8.sv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10.svg"/><Relationship Id="rId5" Type="http://schemas.openxmlformats.org/officeDocument/2006/relationships/tags" Target="../tags/tag53.xml"/><Relationship Id="rId10" Type="http://schemas.openxmlformats.org/officeDocument/2006/relationships/image" Target="../media/image9.png"/><Relationship Id="rId4" Type="http://schemas.openxmlformats.org/officeDocument/2006/relationships/tags" Target="../tags/tag52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image" Target="../media/image10.svg"/><Relationship Id="rId5" Type="http://schemas.openxmlformats.org/officeDocument/2006/relationships/tags" Target="../tags/tag69.xml"/><Relationship Id="rId10" Type="http://schemas.openxmlformats.org/officeDocument/2006/relationships/image" Target="../media/image9.png"/><Relationship Id="rId4" Type="http://schemas.openxmlformats.org/officeDocument/2006/relationships/tags" Target="../tags/tag68.xml"/><Relationship Id="rId9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77.xml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87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image" Target="../media/image12.svg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image" Target="../media/image11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97.xml"/><Relationship Id="rId10" Type="http://schemas.openxmlformats.org/officeDocument/2006/relationships/tags" Target="../tags/tag102.xml"/><Relationship Id="rId4" Type="http://schemas.openxmlformats.org/officeDocument/2006/relationships/tags" Target="../tags/tag96.xml"/><Relationship Id="rId9" Type="http://schemas.openxmlformats.org/officeDocument/2006/relationships/tags" Target="../tags/tag101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0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9" Type="http://schemas.openxmlformats.org/officeDocument/2006/relationships/image" Target="../media/image12.sv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10" Type="http://schemas.openxmlformats.org/officeDocument/2006/relationships/image" Target="../media/image14.svg"/><Relationship Id="rId4" Type="http://schemas.openxmlformats.org/officeDocument/2006/relationships/tags" Target="../tags/tag112.xml"/><Relationship Id="rId9" Type="http://schemas.openxmlformats.org/officeDocument/2006/relationships/image" Target="../media/image13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10" Type="http://schemas.openxmlformats.org/officeDocument/2006/relationships/image" Target="../media/image16.svg"/><Relationship Id="rId4" Type="http://schemas.openxmlformats.org/officeDocument/2006/relationships/tags" Target="../tags/tag119.xml"/><Relationship Id="rId9" Type="http://schemas.openxmlformats.org/officeDocument/2006/relationships/image" Target="../media/image15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4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4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9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5" Type="http://schemas.openxmlformats.org/officeDocument/2006/relationships/tags" Target="../tags/tag141.xml"/><Relationship Id="rId10" Type="http://schemas.openxmlformats.org/officeDocument/2006/relationships/tags" Target="../tags/tag146.xml"/><Relationship Id="rId4" Type="http://schemas.openxmlformats.org/officeDocument/2006/relationships/tags" Target="../tags/tag140.xml"/><Relationship Id="rId9" Type="http://schemas.openxmlformats.org/officeDocument/2006/relationships/tags" Target="../tags/tag145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tags" Target="../tags/tag160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5" Type="http://schemas.openxmlformats.org/officeDocument/2006/relationships/tags" Target="../tags/tag152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57.xml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4" Type="http://schemas.openxmlformats.org/officeDocument/2006/relationships/tags" Target="../tags/tag16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9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7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77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13" Type="http://schemas.openxmlformats.org/officeDocument/2006/relationships/image" Target="../media/image17.png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5" Type="http://schemas.openxmlformats.org/officeDocument/2006/relationships/tags" Target="../tags/tag182.xml"/><Relationship Id="rId10" Type="http://schemas.openxmlformats.org/officeDocument/2006/relationships/tags" Target="../tags/tag187.xml"/><Relationship Id="rId4" Type="http://schemas.openxmlformats.org/officeDocument/2006/relationships/tags" Target="../tags/tag181.xml"/><Relationship Id="rId9" Type="http://schemas.openxmlformats.org/officeDocument/2006/relationships/tags" Target="../tags/tag186.xml"/><Relationship Id="rId14" Type="http://schemas.openxmlformats.org/officeDocument/2006/relationships/image" Target="../media/image18.sv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196.xml"/><Relationship Id="rId13" Type="http://schemas.openxmlformats.org/officeDocument/2006/relationships/tags" Target="../tags/tag201.xml"/><Relationship Id="rId3" Type="http://schemas.openxmlformats.org/officeDocument/2006/relationships/tags" Target="../tags/tag191.xml"/><Relationship Id="rId7" Type="http://schemas.openxmlformats.org/officeDocument/2006/relationships/tags" Target="../tags/tag195.xml"/><Relationship Id="rId12" Type="http://schemas.openxmlformats.org/officeDocument/2006/relationships/tags" Target="../tags/tag200.xml"/><Relationship Id="rId17" Type="http://schemas.openxmlformats.org/officeDocument/2006/relationships/image" Target="../media/image18.svg"/><Relationship Id="rId2" Type="http://schemas.openxmlformats.org/officeDocument/2006/relationships/tags" Target="../tags/tag190.xml"/><Relationship Id="rId16" Type="http://schemas.openxmlformats.org/officeDocument/2006/relationships/image" Target="../media/image17.png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11" Type="http://schemas.openxmlformats.org/officeDocument/2006/relationships/tags" Target="../tags/tag199.xml"/><Relationship Id="rId5" Type="http://schemas.openxmlformats.org/officeDocument/2006/relationships/tags" Target="../tags/tag193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98.xml"/><Relationship Id="rId4" Type="http://schemas.openxmlformats.org/officeDocument/2006/relationships/tags" Target="../tags/tag192.xml"/><Relationship Id="rId9" Type="http://schemas.openxmlformats.org/officeDocument/2006/relationships/tags" Target="../tags/tag197.xml"/><Relationship Id="rId14" Type="http://schemas.openxmlformats.org/officeDocument/2006/relationships/tags" Target="../tags/tag202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13" Type="http://schemas.openxmlformats.org/officeDocument/2006/relationships/tags" Target="../tags/tag215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tags" Target="../tags/tag214.xml"/><Relationship Id="rId17" Type="http://schemas.openxmlformats.org/officeDocument/2006/relationships/tags" Target="../tags/tag219.xml"/><Relationship Id="rId2" Type="http://schemas.openxmlformats.org/officeDocument/2006/relationships/tags" Target="../tags/tag204.xml"/><Relationship Id="rId16" Type="http://schemas.openxmlformats.org/officeDocument/2006/relationships/tags" Target="../tags/tag218.xml"/><Relationship Id="rId20" Type="http://schemas.openxmlformats.org/officeDocument/2006/relationships/image" Target="../media/image18.svg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5" Type="http://schemas.openxmlformats.org/officeDocument/2006/relationships/tags" Target="../tags/tag207.xml"/><Relationship Id="rId15" Type="http://schemas.openxmlformats.org/officeDocument/2006/relationships/tags" Target="../tags/tag217.xml"/><Relationship Id="rId10" Type="http://schemas.openxmlformats.org/officeDocument/2006/relationships/tags" Target="../tags/tag212.xml"/><Relationship Id="rId19" Type="http://schemas.openxmlformats.org/officeDocument/2006/relationships/image" Target="../media/image17.png"/><Relationship Id="rId4" Type="http://schemas.openxmlformats.org/officeDocument/2006/relationships/tags" Target="../tags/tag206.xml"/><Relationship Id="rId9" Type="http://schemas.openxmlformats.org/officeDocument/2006/relationships/tags" Target="../tags/tag211.xml"/><Relationship Id="rId14" Type="http://schemas.openxmlformats.org/officeDocument/2006/relationships/tags" Target="../tags/tag216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227.xml"/><Relationship Id="rId13" Type="http://schemas.openxmlformats.org/officeDocument/2006/relationships/tags" Target="../tags/tag232.xml"/><Relationship Id="rId18" Type="http://schemas.openxmlformats.org/officeDocument/2006/relationships/tags" Target="../tags/tag237.xml"/><Relationship Id="rId3" Type="http://schemas.openxmlformats.org/officeDocument/2006/relationships/tags" Target="../tags/tag222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226.xml"/><Relationship Id="rId12" Type="http://schemas.openxmlformats.org/officeDocument/2006/relationships/tags" Target="../tags/tag231.xml"/><Relationship Id="rId17" Type="http://schemas.openxmlformats.org/officeDocument/2006/relationships/tags" Target="../tags/tag236.xml"/><Relationship Id="rId2" Type="http://schemas.openxmlformats.org/officeDocument/2006/relationships/tags" Target="../tags/tag221.xml"/><Relationship Id="rId16" Type="http://schemas.openxmlformats.org/officeDocument/2006/relationships/tags" Target="../tags/tag235.xml"/><Relationship Id="rId20" Type="http://schemas.openxmlformats.org/officeDocument/2006/relationships/tags" Target="../tags/tag239.xml"/><Relationship Id="rId1" Type="http://schemas.openxmlformats.org/officeDocument/2006/relationships/tags" Target="../tags/tag220.xml"/><Relationship Id="rId6" Type="http://schemas.openxmlformats.org/officeDocument/2006/relationships/tags" Target="../tags/tag225.xml"/><Relationship Id="rId11" Type="http://schemas.openxmlformats.org/officeDocument/2006/relationships/tags" Target="../tags/tag230.xml"/><Relationship Id="rId5" Type="http://schemas.openxmlformats.org/officeDocument/2006/relationships/tags" Target="../tags/tag224.xml"/><Relationship Id="rId15" Type="http://schemas.openxmlformats.org/officeDocument/2006/relationships/tags" Target="../tags/tag234.xml"/><Relationship Id="rId23" Type="http://schemas.openxmlformats.org/officeDocument/2006/relationships/image" Target="../media/image18.svg"/><Relationship Id="rId10" Type="http://schemas.openxmlformats.org/officeDocument/2006/relationships/tags" Target="../tags/tag229.xml"/><Relationship Id="rId19" Type="http://schemas.openxmlformats.org/officeDocument/2006/relationships/tags" Target="../tags/tag238.xml"/><Relationship Id="rId4" Type="http://schemas.openxmlformats.org/officeDocument/2006/relationships/tags" Target="../tags/tag223.xml"/><Relationship Id="rId9" Type="http://schemas.openxmlformats.org/officeDocument/2006/relationships/tags" Target="../tags/tag228.xml"/><Relationship Id="rId14" Type="http://schemas.openxmlformats.org/officeDocument/2006/relationships/tags" Target="../tags/tag233.xml"/><Relationship Id="rId22" Type="http://schemas.openxmlformats.org/officeDocument/2006/relationships/image" Target="../media/image17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247.xml"/><Relationship Id="rId13" Type="http://schemas.openxmlformats.org/officeDocument/2006/relationships/image" Target="../media/image17.png"/><Relationship Id="rId3" Type="http://schemas.openxmlformats.org/officeDocument/2006/relationships/tags" Target="../tags/tag242.xml"/><Relationship Id="rId7" Type="http://schemas.openxmlformats.org/officeDocument/2006/relationships/tags" Target="../tags/tag246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241.xml"/><Relationship Id="rId1" Type="http://schemas.openxmlformats.org/officeDocument/2006/relationships/tags" Target="../tags/tag240.xml"/><Relationship Id="rId6" Type="http://schemas.openxmlformats.org/officeDocument/2006/relationships/tags" Target="../tags/tag245.xml"/><Relationship Id="rId11" Type="http://schemas.openxmlformats.org/officeDocument/2006/relationships/tags" Target="../tags/tag250.xml"/><Relationship Id="rId5" Type="http://schemas.openxmlformats.org/officeDocument/2006/relationships/tags" Target="../tags/tag244.xml"/><Relationship Id="rId10" Type="http://schemas.openxmlformats.org/officeDocument/2006/relationships/tags" Target="../tags/tag249.xml"/><Relationship Id="rId4" Type="http://schemas.openxmlformats.org/officeDocument/2006/relationships/tags" Target="../tags/tag243.xml"/><Relationship Id="rId9" Type="http://schemas.openxmlformats.org/officeDocument/2006/relationships/tags" Target="../tags/tag248.xml"/><Relationship Id="rId14" Type="http://schemas.openxmlformats.org/officeDocument/2006/relationships/image" Target="../media/image19.sv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58.xml"/><Relationship Id="rId13" Type="http://schemas.openxmlformats.org/officeDocument/2006/relationships/tags" Target="../tags/tag263.xml"/><Relationship Id="rId3" Type="http://schemas.openxmlformats.org/officeDocument/2006/relationships/tags" Target="../tags/tag253.xml"/><Relationship Id="rId7" Type="http://schemas.openxmlformats.org/officeDocument/2006/relationships/tags" Target="../tags/tag257.xml"/><Relationship Id="rId12" Type="http://schemas.openxmlformats.org/officeDocument/2006/relationships/tags" Target="../tags/tag262.xml"/><Relationship Id="rId17" Type="http://schemas.openxmlformats.org/officeDocument/2006/relationships/image" Target="../media/image19.svg"/><Relationship Id="rId2" Type="http://schemas.openxmlformats.org/officeDocument/2006/relationships/tags" Target="../tags/tag252.xml"/><Relationship Id="rId16" Type="http://schemas.openxmlformats.org/officeDocument/2006/relationships/image" Target="../media/image17.png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11" Type="http://schemas.openxmlformats.org/officeDocument/2006/relationships/tags" Target="../tags/tag261.xml"/><Relationship Id="rId5" Type="http://schemas.openxmlformats.org/officeDocument/2006/relationships/tags" Target="../tags/tag255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260.xml"/><Relationship Id="rId4" Type="http://schemas.openxmlformats.org/officeDocument/2006/relationships/tags" Target="../tags/tag254.xml"/><Relationship Id="rId9" Type="http://schemas.openxmlformats.org/officeDocument/2006/relationships/tags" Target="../tags/tag259.xml"/><Relationship Id="rId14" Type="http://schemas.openxmlformats.org/officeDocument/2006/relationships/tags" Target="../tags/tag264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272.xml"/><Relationship Id="rId13" Type="http://schemas.openxmlformats.org/officeDocument/2006/relationships/tags" Target="../tags/tag277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267.xml"/><Relationship Id="rId7" Type="http://schemas.openxmlformats.org/officeDocument/2006/relationships/tags" Target="../tags/tag271.xml"/><Relationship Id="rId12" Type="http://schemas.openxmlformats.org/officeDocument/2006/relationships/tags" Target="../tags/tag276.xml"/><Relationship Id="rId17" Type="http://schemas.openxmlformats.org/officeDocument/2006/relationships/tags" Target="../tags/tag281.xml"/><Relationship Id="rId2" Type="http://schemas.openxmlformats.org/officeDocument/2006/relationships/tags" Target="../tags/tag266.xml"/><Relationship Id="rId16" Type="http://schemas.openxmlformats.org/officeDocument/2006/relationships/tags" Target="../tags/tag280.xml"/><Relationship Id="rId20" Type="http://schemas.openxmlformats.org/officeDocument/2006/relationships/image" Target="../media/image19.svg"/><Relationship Id="rId1" Type="http://schemas.openxmlformats.org/officeDocument/2006/relationships/tags" Target="../tags/tag265.xml"/><Relationship Id="rId6" Type="http://schemas.openxmlformats.org/officeDocument/2006/relationships/tags" Target="../tags/tag270.xml"/><Relationship Id="rId11" Type="http://schemas.openxmlformats.org/officeDocument/2006/relationships/tags" Target="../tags/tag275.xml"/><Relationship Id="rId5" Type="http://schemas.openxmlformats.org/officeDocument/2006/relationships/tags" Target="../tags/tag269.xml"/><Relationship Id="rId15" Type="http://schemas.openxmlformats.org/officeDocument/2006/relationships/tags" Target="../tags/tag279.xml"/><Relationship Id="rId10" Type="http://schemas.openxmlformats.org/officeDocument/2006/relationships/tags" Target="../tags/tag274.xml"/><Relationship Id="rId19" Type="http://schemas.openxmlformats.org/officeDocument/2006/relationships/image" Target="../media/image17.png"/><Relationship Id="rId4" Type="http://schemas.openxmlformats.org/officeDocument/2006/relationships/tags" Target="../tags/tag268.xml"/><Relationship Id="rId9" Type="http://schemas.openxmlformats.org/officeDocument/2006/relationships/tags" Target="../tags/tag273.xml"/><Relationship Id="rId14" Type="http://schemas.openxmlformats.org/officeDocument/2006/relationships/tags" Target="../tags/tag278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289.xml"/><Relationship Id="rId13" Type="http://schemas.openxmlformats.org/officeDocument/2006/relationships/tags" Target="../tags/tag294.xml"/><Relationship Id="rId18" Type="http://schemas.openxmlformats.org/officeDocument/2006/relationships/tags" Target="../tags/tag299.xml"/><Relationship Id="rId3" Type="http://schemas.openxmlformats.org/officeDocument/2006/relationships/tags" Target="../tags/tag284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288.xml"/><Relationship Id="rId12" Type="http://schemas.openxmlformats.org/officeDocument/2006/relationships/tags" Target="../tags/tag293.xml"/><Relationship Id="rId17" Type="http://schemas.openxmlformats.org/officeDocument/2006/relationships/tags" Target="../tags/tag298.xml"/><Relationship Id="rId2" Type="http://schemas.openxmlformats.org/officeDocument/2006/relationships/tags" Target="../tags/tag283.xml"/><Relationship Id="rId16" Type="http://schemas.openxmlformats.org/officeDocument/2006/relationships/tags" Target="../tags/tag297.xml"/><Relationship Id="rId20" Type="http://schemas.openxmlformats.org/officeDocument/2006/relationships/tags" Target="../tags/tag301.xml"/><Relationship Id="rId1" Type="http://schemas.openxmlformats.org/officeDocument/2006/relationships/tags" Target="../tags/tag282.xml"/><Relationship Id="rId6" Type="http://schemas.openxmlformats.org/officeDocument/2006/relationships/tags" Target="../tags/tag287.xml"/><Relationship Id="rId11" Type="http://schemas.openxmlformats.org/officeDocument/2006/relationships/tags" Target="../tags/tag292.xml"/><Relationship Id="rId5" Type="http://schemas.openxmlformats.org/officeDocument/2006/relationships/tags" Target="../tags/tag286.xml"/><Relationship Id="rId15" Type="http://schemas.openxmlformats.org/officeDocument/2006/relationships/tags" Target="../tags/tag296.xml"/><Relationship Id="rId23" Type="http://schemas.openxmlformats.org/officeDocument/2006/relationships/image" Target="../media/image19.svg"/><Relationship Id="rId10" Type="http://schemas.openxmlformats.org/officeDocument/2006/relationships/tags" Target="../tags/tag291.xml"/><Relationship Id="rId19" Type="http://schemas.openxmlformats.org/officeDocument/2006/relationships/tags" Target="../tags/tag300.xml"/><Relationship Id="rId4" Type="http://schemas.openxmlformats.org/officeDocument/2006/relationships/tags" Target="../tags/tag285.xml"/><Relationship Id="rId9" Type="http://schemas.openxmlformats.org/officeDocument/2006/relationships/tags" Target="../tags/tag290.xml"/><Relationship Id="rId14" Type="http://schemas.openxmlformats.org/officeDocument/2006/relationships/tags" Target="../tags/tag295.xml"/><Relationship Id="rId22" Type="http://schemas.openxmlformats.org/officeDocument/2006/relationships/image" Target="../media/image17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309.xml"/><Relationship Id="rId13" Type="http://schemas.openxmlformats.org/officeDocument/2006/relationships/image" Target="../media/image21.svg"/><Relationship Id="rId18" Type="http://schemas.openxmlformats.org/officeDocument/2006/relationships/image" Target="../media/image26.png"/><Relationship Id="rId3" Type="http://schemas.openxmlformats.org/officeDocument/2006/relationships/tags" Target="../tags/tag304.xml"/><Relationship Id="rId7" Type="http://schemas.openxmlformats.org/officeDocument/2006/relationships/tags" Target="../tags/tag308.xml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" Type="http://schemas.openxmlformats.org/officeDocument/2006/relationships/tags" Target="../tags/tag303.xml"/><Relationship Id="rId16" Type="http://schemas.openxmlformats.org/officeDocument/2006/relationships/image" Target="../media/image24.png"/><Relationship Id="rId1" Type="http://schemas.openxmlformats.org/officeDocument/2006/relationships/tags" Target="../tags/tag302.xml"/><Relationship Id="rId6" Type="http://schemas.openxmlformats.org/officeDocument/2006/relationships/tags" Target="../tags/tag30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06.xml"/><Relationship Id="rId15" Type="http://schemas.openxmlformats.org/officeDocument/2006/relationships/image" Target="../media/image23.svg"/><Relationship Id="rId10" Type="http://schemas.openxmlformats.org/officeDocument/2006/relationships/tags" Target="../tags/tag311.xml"/><Relationship Id="rId19" Type="http://schemas.openxmlformats.org/officeDocument/2006/relationships/image" Target="../media/image27.svg"/><Relationship Id="rId4" Type="http://schemas.openxmlformats.org/officeDocument/2006/relationships/tags" Target="../tags/tag305.xml"/><Relationship Id="rId9" Type="http://schemas.openxmlformats.org/officeDocument/2006/relationships/tags" Target="../tags/tag310.xml"/><Relationship Id="rId14" Type="http://schemas.openxmlformats.org/officeDocument/2006/relationships/image" Target="../media/image22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tags" Target="../tags/tag319.xml"/><Relationship Id="rId13" Type="http://schemas.openxmlformats.org/officeDocument/2006/relationships/image" Target="../media/image21.svg"/><Relationship Id="rId18" Type="http://schemas.openxmlformats.org/officeDocument/2006/relationships/image" Target="../media/image26.png"/><Relationship Id="rId3" Type="http://schemas.openxmlformats.org/officeDocument/2006/relationships/tags" Target="../tags/tag314.xml"/><Relationship Id="rId7" Type="http://schemas.openxmlformats.org/officeDocument/2006/relationships/tags" Target="../tags/tag318.xml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" Type="http://schemas.openxmlformats.org/officeDocument/2006/relationships/tags" Target="../tags/tag313.xml"/><Relationship Id="rId16" Type="http://schemas.openxmlformats.org/officeDocument/2006/relationships/image" Target="../media/image24.png"/><Relationship Id="rId1" Type="http://schemas.openxmlformats.org/officeDocument/2006/relationships/tags" Target="../tags/tag312.xml"/><Relationship Id="rId6" Type="http://schemas.openxmlformats.org/officeDocument/2006/relationships/tags" Target="../tags/tag31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16.xml"/><Relationship Id="rId15" Type="http://schemas.openxmlformats.org/officeDocument/2006/relationships/image" Target="../media/image23.svg"/><Relationship Id="rId10" Type="http://schemas.openxmlformats.org/officeDocument/2006/relationships/tags" Target="../tags/tag321.xml"/><Relationship Id="rId19" Type="http://schemas.openxmlformats.org/officeDocument/2006/relationships/image" Target="../media/image27.svg"/><Relationship Id="rId4" Type="http://schemas.openxmlformats.org/officeDocument/2006/relationships/tags" Target="../tags/tag315.xml"/><Relationship Id="rId9" Type="http://schemas.openxmlformats.org/officeDocument/2006/relationships/tags" Target="../tags/tag320.xml"/><Relationship Id="rId14" Type="http://schemas.openxmlformats.org/officeDocument/2006/relationships/image" Target="../media/image22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" Type="http://schemas.openxmlformats.org/officeDocument/2006/relationships/tags" Target="../tags/tag322.xml"/><Relationship Id="rId4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Relationship Id="rId4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tags" Target="../tags/tag328.xml"/><Relationship Id="rId4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" Type="http://schemas.openxmlformats.org/officeDocument/2006/relationships/tags" Target="../tags/tag33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35.xml"/><Relationship Id="rId4" Type="http://schemas.openxmlformats.org/officeDocument/2006/relationships/tags" Target="../tags/tag334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tags" Target="../tags/tag343.xml"/><Relationship Id="rId3" Type="http://schemas.openxmlformats.org/officeDocument/2006/relationships/tags" Target="../tags/tag338.xml"/><Relationship Id="rId7" Type="http://schemas.openxmlformats.org/officeDocument/2006/relationships/tags" Target="../tags/tag342.xml"/><Relationship Id="rId2" Type="http://schemas.openxmlformats.org/officeDocument/2006/relationships/tags" Target="../tags/tag337.xml"/><Relationship Id="rId1" Type="http://schemas.openxmlformats.org/officeDocument/2006/relationships/tags" Target="../tags/tag336.xml"/><Relationship Id="rId6" Type="http://schemas.openxmlformats.org/officeDocument/2006/relationships/tags" Target="../tags/tag341.xml"/><Relationship Id="rId5" Type="http://schemas.openxmlformats.org/officeDocument/2006/relationships/tags" Target="../tags/tag340.xml"/><Relationship Id="rId4" Type="http://schemas.openxmlformats.org/officeDocument/2006/relationships/tags" Target="../tags/tag339.xml"/><Relationship Id="rId9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tags" Target="../tags/tag351.xml"/><Relationship Id="rId3" Type="http://schemas.openxmlformats.org/officeDocument/2006/relationships/tags" Target="../tags/tag346.xml"/><Relationship Id="rId7" Type="http://schemas.openxmlformats.org/officeDocument/2006/relationships/tags" Target="../tags/tag350.xml"/><Relationship Id="rId2" Type="http://schemas.openxmlformats.org/officeDocument/2006/relationships/tags" Target="../tags/tag345.xml"/><Relationship Id="rId1" Type="http://schemas.openxmlformats.org/officeDocument/2006/relationships/tags" Target="../tags/tag344.xml"/><Relationship Id="rId6" Type="http://schemas.openxmlformats.org/officeDocument/2006/relationships/tags" Target="../tags/tag34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48.xml"/><Relationship Id="rId10" Type="http://schemas.openxmlformats.org/officeDocument/2006/relationships/tags" Target="../tags/tag353.xml"/><Relationship Id="rId4" Type="http://schemas.openxmlformats.org/officeDocument/2006/relationships/tags" Target="../tags/tag347.xml"/><Relationship Id="rId9" Type="http://schemas.openxmlformats.org/officeDocument/2006/relationships/tags" Target="../tags/tag352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tags" Target="../tags/tag361.xml"/><Relationship Id="rId13" Type="http://schemas.openxmlformats.org/officeDocument/2006/relationships/tags" Target="../tags/tag366.xml"/><Relationship Id="rId3" Type="http://schemas.openxmlformats.org/officeDocument/2006/relationships/tags" Target="../tags/tag356.xml"/><Relationship Id="rId7" Type="http://schemas.openxmlformats.org/officeDocument/2006/relationships/tags" Target="../tags/tag360.xml"/><Relationship Id="rId12" Type="http://schemas.openxmlformats.org/officeDocument/2006/relationships/tags" Target="../tags/tag365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355.xml"/><Relationship Id="rId16" Type="http://schemas.openxmlformats.org/officeDocument/2006/relationships/tags" Target="../tags/tag369.xml"/><Relationship Id="rId1" Type="http://schemas.openxmlformats.org/officeDocument/2006/relationships/tags" Target="../tags/tag354.xml"/><Relationship Id="rId6" Type="http://schemas.openxmlformats.org/officeDocument/2006/relationships/tags" Target="../tags/tag359.xml"/><Relationship Id="rId11" Type="http://schemas.openxmlformats.org/officeDocument/2006/relationships/tags" Target="../tags/tag364.xml"/><Relationship Id="rId5" Type="http://schemas.openxmlformats.org/officeDocument/2006/relationships/tags" Target="../tags/tag358.xml"/><Relationship Id="rId15" Type="http://schemas.openxmlformats.org/officeDocument/2006/relationships/tags" Target="../tags/tag368.xml"/><Relationship Id="rId10" Type="http://schemas.openxmlformats.org/officeDocument/2006/relationships/tags" Target="../tags/tag363.xml"/><Relationship Id="rId4" Type="http://schemas.openxmlformats.org/officeDocument/2006/relationships/tags" Target="../tags/tag357.xml"/><Relationship Id="rId9" Type="http://schemas.openxmlformats.org/officeDocument/2006/relationships/tags" Target="../tags/tag362.xml"/><Relationship Id="rId14" Type="http://schemas.openxmlformats.org/officeDocument/2006/relationships/tags" Target="../tags/tag367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71.xml"/><Relationship Id="rId1" Type="http://schemas.openxmlformats.org/officeDocument/2006/relationships/tags" Target="../tags/tag370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374.xml"/><Relationship Id="rId7" Type="http://schemas.openxmlformats.org/officeDocument/2006/relationships/image" Target="../media/image29.svg"/><Relationship Id="rId2" Type="http://schemas.openxmlformats.org/officeDocument/2006/relationships/tags" Target="../tags/tag373.xml"/><Relationship Id="rId1" Type="http://schemas.openxmlformats.org/officeDocument/2006/relationships/tags" Target="../tags/tag372.xml"/><Relationship Id="rId6" Type="http://schemas.openxmlformats.org/officeDocument/2006/relationships/image" Target="../media/image28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75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tags" Target="../tags/tag383.xml"/><Relationship Id="rId3" Type="http://schemas.openxmlformats.org/officeDocument/2006/relationships/tags" Target="../tags/tag378.xml"/><Relationship Id="rId7" Type="http://schemas.openxmlformats.org/officeDocument/2006/relationships/tags" Target="../tags/tag382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377.xml"/><Relationship Id="rId1" Type="http://schemas.openxmlformats.org/officeDocument/2006/relationships/tags" Target="../tags/tag376.xml"/><Relationship Id="rId6" Type="http://schemas.openxmlformats.org/officeDocument/2006/relationships/tags" Target="../tags/tag381.xml"/><Relationship Id="rId11" Type="http://schemas.openxmlformats.org/officeDocument/2006/relationships/tags" Target="../tags/tag386.xml"/><Relationship Id="rId5" Type="http://schemas.openxmlformats.org/officeDocument/2006/relationships/tags" Target="../tags/tag380.xml"/><Relationship Id="rId10" Type="http://schemas.openxmlformats.org/officeDocument/2006/relationships/tags" Target="../tags/tag385.xml"/><Relationship Id="rId4" Type="http://schemas.openxmlformats.org/officeDocument/2006/relationships/tags" Target="../tags/tag379.xml"/><Relationship Id="rId9" Type="http://schemas.openxmlformats.org/officeDocument/2006/relationships/tags" Target="../tags/tag384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394.xml"/><Relationship Id="rId3" Type="http://schemas.openxmlformats.org/officeDocument/2006/relationships/tags" Target="../tags/tag389.xml"/><Relationship Id="rId7" Type="http://schemas.openxmlformats.org/officeDocument/2006/relationships/tags" Target="../tags/tag393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388.xml"/><Relationship Id="rId1" Type="http://schemas.openxmlformats.org/officeDocument/2006/relationships/tags" Target="../tags/tag387.xml"/><Relationship Id="rId6" Type="http://schemas.openxmlformats.org/officeDocument/2006/relationships/tags" Target="../tags/tag392.xml"/><Relationship Id="rId11" Type="http://schemas.openxmlformats.org/officeDocument/2006/relationships/tags" Target="../tags/tag397.xml"/><Relationship Id="rId5" Type="http://schemas.openxmlformats.org/officeDocument/2006/relationships/tags" Target="../tags/tag391.xml"/><Relationship Id="rId10" Type="http://schemas.openxmlformats.org/officeDocument/2006/relationships/tags" Target="../tags/tag396.xml"/><Relationship Id="rId4" Type="http://schemas.openxmlformats.org/officeDocument/2006/relationships/tags" Target="../tags/tag390.xml"/><Relationship Id="rId9" Type="http://schemas.openxmlformats.org/officeDocument/2006/relationships/tags" Target="../tags/tag395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tags" Target="../tags/tag405.xml"/><Relationship Id="rId3" Type="http://schemas.openxmlformats.org/officeDocument/2006/relationships/tags" Target="../tags/tag400.xml"/><Relationship Id="rId7" Type="http://schemas.openxmlformats.org/officeDocument/2006/relationships/tags" Target="../tags/tag404.xml"/><Relationship Id="rId2" Type="http://schemas.openxmlformats.org/officeDocument/2006/relationships/tags" Target="../tags/tag399.xml"/><Relationship Id="rId1" Type="http://schemas.openxmlformats.org/officeDocument/2006/relationships/tags" Target="../tags/tag398.xml"/><Relationship Id="rId6" Type="http://schemas.openxmlformats.org/officeDocument/2006/relationships/tags" Target="../tags/tag403.xml"/><Relationship Id="rId11" Type="http://schemas.openxmlformats.org/officeDocument/2006/relationships/image" Target="../media/image31.svg"/><Relationship Id="rId5" Type="http://schemas.openxmlformats.org/officeDocument/2006/relationships/tags" Target="../tags/tag402.xml"/><Relationship Id="rId10" Type="http://schemas.openxmlformats.org/officeDocument/2006/relationships/image" Target="../media/image30.png"/><Relationship Id="rId4" Type="http://schemas.openxmlformats.org/officeDocument/2006/relationships/tags" Target="../tags/tag401.xml"/><Relationship Id="rId9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40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07.xml"/><Relationship Id="rId1" Type="http://schemas.openxmlformats.org/officeDocument/2006/relationships/tags" Target="../tags/tag406.xml"/><Relationship Id="rId6" Type="http://schemas.openxmlformats.org/officeDocument/2006/relationships/tags" Target="../tags/tag411.xml"/><Relationship Id="rId5" Type="http://schemas.openxmlformats.org/officeDocument/2006/relationships/tags" Target="../tags/tag410.xml"/><Relationship Id="rId4" Type="http://schemas.openxmlformats.org/officeDocument/2006/relationships/tags" Target="../tags/tag409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419.xml"/><Relationship Id="rId3" Type="http://schemas.openxmlformats.org/officeDocument/2006/relationships/tags" Target="../tags/tag414.xml"/><Relationship Id="rId7" Type="http://schemas.openxmlformats.org/officeDocument/2006/relationships/tags" Target="../tags/tag418.xml"/><Relationship Id="rId2" Type="http://schemas.openxmlformats.org/officeDocument/2006/relationships/tags" Target="../tags/tag413.xml"/><Relationship Id="rId1" Type="http://schemas.openxmlformats.org/officeDocument/2006/relationships/tags" Target="../tags/tag412.xml"/><Relationship Id="rId6" Type="http://schemas.openxmlformats.org/officeDocument/2006/relationships/tags" Target="../tags/tag417.xml"/><Relationship Id="rId5" Type="http://schemas.openxmlformats.org/officeDocument/2006/relationships/tags" Target="../tags/tag416.xml"/><Relationship Id="rId4" Type="http://schemas.openxmlformats.org/officeDocument/2006/relationships/tags" Target="../tags/tag415.xml"/><Relationship Id="rId9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427.xml"/><Relationship Id="rId3" Type="http://schemas.openxmlformats.org/officeDocument/2006/relationships/tags" Target="../tags/tag422.xml"/><Relationship Id="rId7" Type="http://schemas.openxmlformats.org/officeDocument/2006/relationships/tags" Target="../tags/tag426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421.xml"/><Relationship Id="rId1" Type="http://schemas.openxmlformats.org/officeDocument/2006/relationships/tags" Target="../tags/tag420.xml"/><Relationship Id="rId6" Type="http://schemas.openxmlformats.org/officeDocument/2006/relationships/tags" Target="../tags/tag425.xml"/><Relationship Id="rId11" Type="http://schemas.openxmlformats.org/officeDocument/2006/relationships/tags" Target="../tags/tag430.xml"/><Relationship Id="rId5" Type="http://schemas.openxmlformats.org/officeDocument/2006/relationships/tags" Target="../tags/tag424.xml"/><Relationship Id="rId10" Type="http://schemas.openxmlformats.org/officeDocument/2006/relationships/tags" Target="../tags/tag429.xml"/><Relationship Id="rId4" Type="http://schemas.openxmlformats.org/officeDocument/2006/relationships/tags" Target="../tags/tag423.xml"/><Relationship Id="rId9" Type="http://schemas.openxmlformats.org/officeDocument/2006/relationships/tags" Target="../tags/tag428.xml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433.xml"/><Relationship Id="rId7" Type="http://schemas.openxmlformats.org/officeDocument/2006/relationships/tags" Target="../tags/tag437.xml"/><Relationship Id="rId2" Type="http://schemas.openxmlformats.org/officeDocument/2006/relationships/tags" Target="../tags/tag432.xml"/><Relationship Id="rId1" Type="http://schemas.openxmlformats.org/officeDocument/2006/relationships/tags" Target="../tags/tag431.xml"/><Relationship Id="rId6" Type="http://schemas.openxmlformats.org/officeDocument/2006/relationships/tags" Target="../tags/tag436.xml"/><Relationship Id="rId5" Type="http://schemas.openxmlformats.org/officeDocument/2006/relationships/tags" Target="../tags/tag435.xml"/><Relationship Id="rId10" Type="http://schemas.openxmlformats.org/officeDocument/2006/relationships/image" Target="../media/image12.svg"/><Relationship Id="rId4" Type="http://schemas.openxmlformats.org/officeDocument/2006/relationships/tags" Target="../tags/tag434.xml"/><Relationship Id="rId9" Type="http://schemas.openxmlformats.org/officeDocument/2006/relationships/image" Target="../media/image11.png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tags" Target="../tags/tag445.xml"/><Relationship Id="rId13" Type="http://schemas.openxmlformats.org/officeDocument/2006/relationships/image" Target="../media/image5.svg"/><Relationship Id="rId3" Type="http://schemas.openxmlformats.org/officeDocument/2006/relationships/tags" Target="../tags/tag440.xml"/><Relationship Id="rId7" Type="http://schemas.openxmlformats.org/officeDocument/2006/relationships/tags" Target="../tags/tag444.xml"/><Relationship Id="rId12" Type="http://schemas.openxmlformats.org/officeDocument/2006/relationships/image" Target="../media/image4.png"/><Relationship Id="rId2" Type="http://schemas.openxmlformats.org/officeDocument/2006/relationships/tags" Target="../tags/tag439.xml"/><Relationship Id="rId1" Type="http://schemas.openxmlformats.org/officeDocument/2006/relationships/tags" Target="../tags/tag438.xml"/><Relationship Id="rId6" Type="http://schemas.openxmlformats.org/officeDocument/2006/relationships/tags" Target="../tags/tag44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42.xml"/><Relationship Id="rId10" Type="http://schemas.openxmlformats.org/officeDocument/2006/relationships/tags" Target="../tags/tag447.xml"/><Relationship Id="rId4" Type="http://schemas.openxmlformats.org/officeDocument/2006/relationships/tags" Target="../tags/tag441.xml"/><Relationship Id="rId9" Type="http://schemas.openxmlformats.org/officeDocument/2006/relationships/tags" Target="../tags/tag44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tags" Target="../tags/tag455.xml"/><Relationship Id="rId3" Type="http://schemas.openxmlformats.org/officeDocument/2006/relationships/tags" Target="../tags/tag450.xml"/><Relationship Id="rId7" Type="http://schemas.openxmlformats.org/officeDocument/2006/relationships/tags" Target="../tags/tag454.xml"/><Relationship Id="rId2" Type="http://schemas.openxmlformats.org/officeDocument/2006/relationships/tags" Target="../tags/tag449.xml"/><Relationship Id="rId1" Type="http://schemas.openxmlformats.org/officeDocument/2006/relationships/tags" Target="../tags/tag448.xml"/><Relationship Id="rId6" Type="http://schemas.openxmlformats.org/officeDocument/2006/relationships/tags" Target="../tags/tag453.xml"/><Relationship Id="rId5" Type="http://schemas.openxmlformats.org/officeDocument/2006/relationships/tags" Target="../tags/tag452.xml"/><Relationship Id="rId4" Type="http://schemas.openxmlformats.org/officeDocument/2006/relationships/tags" Target="../tags/tag451.xml"/><Relationship Id="rId9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tags" Target="../tags/tag45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57.xml"/><Relationship Id="rId1" Type="http://schemas.openxmlformats.org/officeDocument/2006/relationships/tags" Target="../tags/tag456.xml"/><Relationship Id="rId6" Type="http://schemas.openxmlformats.org/officeDocument/2006/relationships/tags" Target="../tags/tag461.xml"/><Relationship Id="rId5" Type="http://schemas.openxmlformats.org/officeDocument/2006/relationships/tags" Target="../tags/tag460.xml"/><Relationship Id="rId4" Type="http://schemas.openxmlformats.org/officeDocument/2006/relationships/tags" Target="../tags/tag459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tags" Target="../tags/tag464.xml"/><Relationship Id="rId2" Type="http://schemas.openxmlformats.org/officeDocument/2006/relationships/tags" Target="../tags/tag463.xml"/><Relationship Id="rId1" Type="http://schemas.openxmlformats.org/officeDocument/2006/relationships/tags" Target="../tags/tag46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tags" Target="../tags/tag467.xml"/><Relationship Id="rId2" Type="http://schemas.openxmlformats.org/officeDocument/2006/relationships/tags" Target="../tags/tag466.xml"/><Relationship Id="rId1" Type="http://schemas.openxmlformats.org/officeDocument/2006/relationships/tags" Target="../tags/tag465.xml"/><Relationship Id="rId4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tags" Target="../tags/tag475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470.xml"/><Relationship Id="rId7" Type="http://schemas.openxmlformats.org/officeDocument/2006/relationships/tags" Target="../tags/tag474.xml"/><Relationship Id="rId12" Type="http://schemas.openxmlformats.org/officeDocument/2006/relationships/tags" Target="../tags/tag479.xml"/><Relationship Id="rId2" Type="http://schemas.openxmlformats.org/officeDocument/2006/relationships/tags" Target="../tags/tag469.xml"/><Relationship Id="rId1" Type="http://schemas.openxmlformats.org/officeDocument/2006/relationships/tags" Target="../tags/tag468.xml"/><Relationship Id="rId6" Type="http://schemas.openxmlformats.org/officeDocument/2006/relationships/tags" Target="../tags/tag473.xml"/><Relationship Id="rId11" Type="http://schemas.openxmlformats.org/officeDocument/2006/relationships/tags" Target="../tags/tag478.xml"/><Relationship Id="rId5" Type="http://schemas.openxmlformats.org/officeDocument/2006/relationships/tags" Target="../tags/tag472.xml"/><Relationship Id="rId15" Type="http://schemas.openxmlformats.org/officeDocument/2006/relationships/image" Target="../media/image35.svg"/><Relationship Id="rId10" Type="http://schemas.openxmlformats.org/officeDocument/2006/relationships/tags" Target="../tags/tag477.xml"/><Relationship Id="rId4" Type="http://schemas.openxmlformats.org/officeDocument/2006/relationships/tags" Target="../tags/tag471.xml"/><Relationship Id="rId9" Type="http://schemas.openxmlformats.org/officeDocument/2006/relationships/tags" Target="../tags/tag476.xml"/><Relationship Id="rId14" Type="http://schemas.openxmlformats.org/officeDocument/2006/relationships/image" Target="../media/image34.pn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1E998A-7D5A-4A02-18EF-3376B638A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2FD2404-B4C2-BA30-E6ED-5EDFBD718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487C6D0-7DF0-1FD9-B88C-B5FEAEE8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293E-8E5B-45CE-960B-3FDCD81969DE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1826BEB-7EED-B322-2A49-B9573550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4A5B328-D24A-7744-3592-9FB054CCF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67DA-E48E-4ACA-BBB5-EDB5EC296B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35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33E56A-0029-FCAB-DE4C-A75D6D1A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BAC726-C4BF-28FF-A1FD-F256A3259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D53891-88DC-4E0C-D608-101E0DF2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293E-8E5B-45CE-960B-3FDCD81969DE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87D0D3F-7B58-5DBA-16A8-AFA05787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BB2E6F0-7E80-F364-47F9-6AD8EFA78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67DA-E48E-4ACA-BBB5-EDB5EC296B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440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5B72A0-00D1-74ED-8F08-56398BE5D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9BB9FE7-74D4-0AA8-FFED-C3B7279A8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92EC22-6683-2511-444C-BBB5CB194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293E-8E5B-45CE-960B-3FDCD81969DE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AF09FA4-BDAE-5454-E951-C4339B5C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8218839-1719-951C-B180-CFDB69D8C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67DA-E48E-4ACA-BBB5-EDB5EC296B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545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4F4641-50A4-082A-6E86-EA52AA730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89B2FC-B34F-C5AA-6A96-DEA24805D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B2BB0FB-BBD0-C639-D9F4-E12DAA635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FE838E7-C075-A451-F02E-AE4E24388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293E-8E5B-45CE-960B-3FDCD81969DE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CBE6421-16A7-E2F5-000B-7FE77CA1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00941D1-863B-2375-1912-75D10D488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67DA-E48E-4ACA-BBB5-EDB5EC296B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86073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727660-C040-B0BB-9204-BAF95A0F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CC21218-1E8E-221B-DDD8-9C8C4789E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6557D4-3339-4967-F895-FB8151FB6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3F9C5E3-8510-13B1-DC1F-B5E747CEDA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F57528D-0246-1E23-BD67-FE10E031AD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AFAF1BD-BD26-5C22-851C-F43B5FD9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293E-8E5B-45CE-960B-3FDCD81969DE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88A3920-4608-DD17-A98D-1A897888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751A835-F05B-5722-6D80-7F1CD471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67DA-E48E-4ACA-BBB5-EDB5EC296B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34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9B7D38-0184-6CE7-8E4E-B886DE23C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30DABD0-26A4-188C-8B07-4205A52B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293E-8E5B-45CE-960B-3FDCD81969DE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ED013DE-8766-309E-BF70-618CEFEEA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983093F-33BE-BA42-E676-AB81723D5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67DA-E48E-4ACA-BBB5-EDB5EC296B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546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C10610E-0680-0538-549C-6C90A6F14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293E-8E5B-45CE-960B-3FDCD81969DE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F0ABD64-5A46-7280-5F28-0DE7E604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CB18EF5-2915-50D9-815A-A245FE91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67DA-E48E-4ACA-BBB5-EDB5EC296B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3325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D26F1-B22F-4EF6-3342-13794602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C101C3D-6661-7113-B3CB-0C18222BB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2393105-1748-DC38-373B-DA9D081E8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B2C360E-190D-6A9B-AC31-CF0919983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293E-8E5B-45CE-960B-3FDCD81969DE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31A76D8-41E0-9AFE-789D-8A2FED7F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518BD1-3EF2-F0F0-C912-019C14C5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67DA-E48E-4ACA-BBB5-EDB5EC296B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263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FCE97B-7CFE-6E84-2A65-8EB760D9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8BD1EE4-F45A-B7A0-60F4-29875DF0A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6AA77FC-FB9E-80B4-148E-6F19A29CF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3074DC3-B5CC-39A2-AE05-69913046E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293E-8E5B-45CE-960B-3FDCD81969DE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BCE1BED-41E5-8934-B447-8B63706D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8851061-4F84-5F2D-086D-6B25783C8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67DA-E48E-4ACA-BBB5-EDB5EC296B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3886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41B3FA-5799-77D7-5463-36DCB2C2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137B214-91C3-9F48-5198-B1B72BF55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D7DFFD7-AFE9-D21E-C69E-D3650422F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293E-8E5B-45CE-960B-3FDCD81969DE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A036F1B-F171-9283-6D9D-8D7DFBDA1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40A4A82-4E59-1858-B5A7-7DA72F589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67DA-E48E-4ACA-BBB5-EDB5EC296B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4560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3DD71EF-5F84-273F-442A-738E0845A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CCEA86B-E2E8-301B-C1FE-DBD3E2934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5D9A80A-0808-5196-4DAA-E4A3E75E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293E-8E5B-45CE-960B-3FDCD81969DE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D2A8D20-4177-7843-7765-D304E0743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B944B44-A42B-E1D1-F13D-D17FF59F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67DA-E48E-4ACA-BBB5-EDB5EC296B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0665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50" y="1334776"/>
            <a:ext cx="8197387" cy="1622734"/>
          </a:xfrm>
          <a:prstGeom prst="rect">
            <a:avLst/>
          </a:prstGeom>
        </p:spPr>
        <p:txBody>
          <a:bodyPr vert="horz" wrap="square" lIns="0" tIns="14400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1" name="Picture 19">
            <a:extLst>
              <a:ext uri="{FF2B5EF4-FFF2-40B4-BE49-F238E27FC236}">
                <a16:creationId xmlns:a16="http://schemas.microsoft.com/office/drawing/2014/main" id="{BEE6B11B-30AC-C43A-1F74-1BB2EEFDA4B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7720" y="3429000"/>
            <a:ext cx="8204518" cy="3429000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9249405" y="1546496"/>
            <a:ext cx="2343646" cy="1938992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50D1DB-DC11-4E69-6FFC-4612231EA18F}"/>
              </a:ext>
            </a:extLst>
          </p:cNvPr>
          <p:cNvSpPr/>
          <p:nvPr userDrawn="1"/>
        </p:nvSpPr>
        <p:spPr>
          <a:xfrm>
            <a:off x="9249405" y="3714835"/>
            <a:ext cx="216000" cy="2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78316A7-B524-BBE2-3498-F71A3FE55D5F}"/>
              </a:ext>
            </a:extLst>
          </p:cNvPr>
          <p:cNvSpPr/>
          <p:nvPr userDrawn="1"/>
        </p:nvSpPr>
        <p:spPr>
          <a:xfrm>
            <a:off x="-5080" y="606287"/>
            <a:ext cx="12195314" cy="2796706"/>
          </a:xfrm>
          <a:custGeom>
            <a:avLst/>
            <a:gdLst>
              <a:gd name="connsiteX0" fmla="*/ 0 w 12235069"/>
              <a:gd name="connsiteY0" fmla="*/ 2792896 h 2792896"/>
              <a:gd name="connsiteX1" fmla="*/ 626165 w 12235069"/>
              <a:gd name="connsiteY1" fmla="*/ 2792896 h 2792896"/>
              <a:gd name="connsiteX2" fmla="*/ 626165 w 12235069"/>
              <a:gd name="connsiteY2" fmla="*/ 2584174 h 2792896"/>
              <a:gd name="connsiteX3" fmla="*/ 9064487 w 12235069"/>
              <a:gd name="connsiteY3" fmla="*/ 2584174 h 2792896"/>
              <a:gd name="connsiteX4" fmla="*/ 9064487 w 12235069"/>
              <a:gd name="connsiteY4" fmla="*/ 705678 h 2792896"/>
              <a:gd name="connsiteX5" fmla="*/ 11648660 w 12235069"/>
              <a:gd name="connsiteY5" fmla="*/ 705678 h 2792896"/>
              <a:gd name="connsiteX6" fmla="*/ 11648660 w 12235069"/>
              <a:gd name="connsiteY6" fmla="*/ 0 h 2792896"/>
              <a:gd name="connsiteX7" fmla="*/ 12235069 w 12235069"/>
              <a:gd name="connsiteY7" fmla="*/ 0 h 2792896"/>
              <a:gd name="connsiteX0" fmla="*/ 0 w 12193172"/>
              <a:gd name="connsiteY0" fmla="*/ 2790991 h 2792896"/>
              <a:gd name="connsiteX1" fmla="*/ 584268 w 12193172"/>
              <a:gd name="connsiteY1" fmla="*/ 2792896 h 2792896"/>
              <a:gd name="connsiteX2" fmla="*/ 584268 w 12193172"/>
              <a:gd name="connsiteY2" fmla="*/ 2584174 h 2792896"/>
              <a:gd name="connsiteX3" fmla="*/ 9022590 w 12193172"/>
              <a:gd name="connsiteY3" fmla="*/ 2584174 h 2792896"/>
              <a:gd name="connsiteX4" fmla="*/ 9022590 w 12193172"/>
              <a:gd name="connsiteY4" fmla="*/ 705678 h 2792896"/>
              <a:gd name="connsiteX5" fmla="*/ 11606763 w 12193172"/>
              <a:gd name="connsiteY5" fmla="*/ 705678 h 2792896"/>
              <a:gd name="connsiteX6" fmla="*/ 11606763 w 12193172"/>
              <a:gd name="connsiteY6" fmla="*/ 0 h 2792896"/>
              <a:gd name="connsiteX7" fmla="*/ 12193172 w 12193172"/>
              <a:gd name="connsiteY7" fmla="*/ 0 h 2792896"/>
              <a:gd name="connsiteX0" fmla="*/ 0 w 12187459"/>
              <a:gd name="connsiteY0" fmla="*/ 2796706 h 2796706"/>
              <a:gd name="connsiteX1" fmla="*/ 578555 w 12187459"/>
              <a:gd name="connsiteY1" fmla="*/ 2792896 h 2796706"/>
              <a:gd name="connsiteX2" fmla="*/ 578555 w 12187459"/>
              <a:gd name="connsiteY2" fmla="*/ 2584174 h 2796706"/>
              <a:gd name="connsiteX3" fmla="*/ 9016877 w 12187459"/>
              <a:gd name="connsiteY3" fmla="*/ 2584174 h 2796706"/>
              <a:gd name="connsiteX4" fmla="*/ 9016877 w 12187459"/>
              <a:gd name="connsiteY4" fmla="*/ 705678 h 2796706"/>
              <a:gd name="connsiteX5" fmla="*/ 11601050 w 12187459"/>
              <a:gd name="connsiteY5" fmla="*/ 705678 h 2796706"/>
              <a:gd name="connsiteX6" fmla="*/ 11601050 w 12187459"/>
              <a:gd name="connsiteY6" fmla="*/ 0 h 2796706"/>
              <a:gd name="connsiteX7" fmla="*/ 12187459 w 12187459"/>
              <a:gd name="connsiteY7" fmla="*/ 0 h 279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7459" h="2796706">
                <a:moveTo>
                  <a:pt x="0" y="2796706"/>
                </a:moveTo>
                <a:lnTo>
                  <a:pt x="578555" y="2792896"/>
                </a:lnTo>
                <a:lnTo>
                  <a:pt x="578555" y="2584174"/>
                </a:lnTo>
                <a:lnTo>
                  <a:pt x="9016877" y="2584174"/>
                </a:lnTo>
                <a:lnTo>
                  <a:pt x="9016877" y="705678"/>
                </a:lnTo>
                <a:lnTo>
                  <a:pt x="11601050" y="705678"/>
                </a:lnTo>
                <a:lnTo>
                  <a:pt x="11601050" y="0"/>
                </a:lnTo>
                <a:lnTo>
                  <a:pt x="12187459" y="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7768B48-9ACE-5873-E9EA-6167FA71DBD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8630"/>
          <a:stretch>
            <a:fillRect/>
          </a:stretch>
        </p:blipFill>
        <p:spPr>
          <a:xfrm>
            <a:off x="9768387" y="5733469"/>
            <a:ext cx="2139220" cy="112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81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51" y="1334776"/>
            <a:ext cx="5389100" cy="295465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3417448" y="4908790"/>
            <a:ext cx="2570604" cy="1384995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8" name="Name Date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Picture 19">
            <a:extLst>
              <a:ext uri="{FF2B5EF4-FFF2-40B4-BE49-F238E27FC236}">
                <a16:creationId xmlns:a16="http://schemas.microsoft.com/office/drawing/2014/main" id="{B3814117-9E6D-D717-861A-A027F483CBC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40270" y="1533117"/>
            <a:ext cx="5741570" cy="5324883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6C413E8-9F7D-C0B4-2E85-7A64A254E5DE}"/>
              </a:ext>
            </a:extLst>
          </p:cNvPr>
          <p:cNvSpPr/>
          <p:nvPr userDrawn="1"/>
        </p:nvSpPr>
        <p:spPr>
          <a:xfrm>
            <a:off x="0" y="843280"/>
            <a:ext cx="12181840" cy="3545840"/>
          </a:xfrm>
          <a:custGeom>
            <a:avLst/>
            <a:gdLst>
              <a:gd name="connsiteX0" fmla="*/ 0 w 12181840"/>
              <a:gd name="connsiteY0" fmla="*/ 3545840 h 3545840"/>
              <a:gd name="connsiteX1" fmla="*/ 6207760 w 12181840"/>
              <a:gd name="connsiteY1" fmla="*/ 3545840 h 3545840"/>
              <a:gd name="connsiteX2" fmla="*/ 6207760 w 12181840"/>
              <a:gd name="connsiteY2" fmla="*/ 467360 h 3545840"/>
              <a:gd name="connsiteX3" fmla="*/ 11399520 w 12181840"/>
              <a:gd name="connsiteY3" fmla="*/ 467360 h 3545840"/>
              <a:gd name="connsiteX4" fmla="*/ 11399520 w 12181840"/>
              <a:gd name="connsiteY4" fmla="*/ 0 h 3545840"/>
              <a:gd name="connsiteX5" fmla="*/ 12181840 w 12181840"/>
              <a:gd name="connsiteY5" fmla="*/ 0 h 35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1840" h="3545840">
                <a:moveTo>
                  <a:pt x="0" y="3545840"/>
                </a:moveTo>
                <a:lnTo>
                  <a:pt x="6207760" y="3545840"/>
                </a:lnTo>
                <a:lnTo>
                  <a:pt x="6207760" y="467360"/>
                </a:lnTo>
                <a:lnTo>
                  <a:pt x="11399520" y="467360"/>
                </a:lnTo>
                <a:lnTo>
                  <a:pt x="11399520" y="0"/>
                </a:lnTo>
                <a:lnTo>
                  <a:pt x="12181840" y="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483A80-C79D-2F9F-7AAB-3DAD846ECF42}"/>
              </a:ext>
            </a:extLst>
          </p:cNvPr>
          <p:cNvSpPr/>
          <p:nvPr userDrawn="1"/>
        </p:nvSpPr>
        <p:spPr>
          <a:xfrm>
            <a:off x="10958530" y="615088"/>
            <a:ext cx="216000" cy="2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50E43350-699C-91DE-E973-6A578A98C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8630"/>
          <a:stretch>
            <a:fillRect/>
          </a:stretch>
        </p:blipFill>
        <p:spPr>
          <a:xfrm>
            <a:off x="526416" y="5733469"/>
            <a:ext cx="2139220" cy="112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60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214110" y="1334776"/>
            <a:ext cx="5389100" cy="295465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6214110" y="4908790"/>
            <a:ext cx="2570604" cy="1384995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8" name="Name Date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Picture 19">
            <a:extLst>
              <a:ext uri="{FF2B5EF4-FFF2-40B4-BE49-F238E27FC236}">
                <a16:creationId xmlns:a16="http://schemas.microsoft.com/office/drawing/2014/main" id="{B3814117-9E6D-D717-861A-A027F483CBC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533117"/>
            <a:ext cx="5751730" cy="5324883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6C413E8-9F7D-C0B4-2E85-7A64A254E5DE}"/>
              </a:ext>
            </a:extLst>
          </p:cNvPr>
          <p:cNvSpPr/>
          <p:nvPr userDrawn="1"/>
        </p:nvSpPr>
        <p:spPr>
          <a:xfrm flipH="1">
            <a:off x="-3302" y="1309116"/>
            <a:ext cx="12185142" cy="3080004"/>
          </a:xfrm>
          <a:custGeom>
            <a:avLst/>
            <a:gdLst>
              <a:gd name="connsiteX0" fmla="*/ 0 w 12181840"/>
              <a:gd name="connsiteY0" fmla="*/ 3545840 h 3545840"/>
              <a:gd name="connsiteX1" fmla="*/ 6207760 w 12181840"/>
              <a:gd name="connsiteY1" fmla="*/ 3545840 h 3545840"/>
              <a:gd name="connsiteX2" fmla="*/ 6207760 w 12181840"/>
              <a:gd name="connsiteY2" fmla="*/ 467360 h 3545840"/>
              <a:gd name="connsiteX3" fmla="*/ 11399520 w 12181840"/>
              <a:gd name="connsiteY3" fmla="*/ 467360 h 3545840"/>
              <a:gd name="connsiteX4" fmla="*/ 11399520 w 12181840"/>
              <a:gd name="connsiteY4" fmla="*/ 0 h 3545840"/>
              <a:gd name="connsiteX5" fmla="*/ 12181840 w 12181840"/>
              <a:gd name="connsiteY5" fmla="*/ 0 h 3545840"/>
              <a:gd name="connsiteX0" fmla="*/ 0 w 12181840"/>
              <a:gd name="connsiteY0" fmla="*/ 3545840 h 3545840"/>
              <a:gd name="connsiteX1" fmla="*/ 6207760 w 12181840"/>
              <a:gd name="connsiteY1" fmla="*/ 3545840 h 3545840"/>
              <a:gd name="connsiteX2" fmla="*/ 6207760 w 12181840"/>
              <a:gd name="connsiteY2" fmla="*/ 467360 h 3545840"/>
              <a:gd name="connsiteX3" fmla="*/ 11574780 w 12181840"/>
              <a:gd name="connsiteY3" fmla="*/ 459740 h 3545840"/>
              <a:gd name="connsiteX4" fmla="*/ 11399520 w 12181840"/>
              <a:gd name="connsiteY4" fmla="*/ 0 h 3545840"/>
              <a:gd name="connsiteX5" fmla="*/ 12181840 w 12181840"/>
              <a:gd name="connsiteY5" fmla="*/ 0 h 3545840"/>
              <a:gd name="connsiteX0" fmla="*/ 0 w 12181840"/>
              <a:gd name="connsiteY0" fmla="*/ 3545840 h 3545840"/>
              <a:gd name="connsiteX1" fmla="*/ 6207760 w 12181840"/>
              <a:gd name="connsiteY1" fmla="*/ 3545840 h 3545840"/>
              <a:gd name="connsiteX2" fmla="*/ 6207760 w 12181840"/>
              <a:gd name="connsiteY2" fmla="*/ 467360 h 3545840"/>
              <a:gd name="connsiteX3" fmla="*/ 11574780 w 12181840"/>
              <a:gd name="connsiteY3" fmla="*/ 459740 h 3545840"/>
              <a:gd name="connsiteX4" fmla="*/ 11590020 w 12181840"/>
              <a:gd name="connsiteY4" fmla="*/ 0 h 3545840"/>
              <a:gd name="connsiteX5" fmla="*/ 12181840 w 12181840"/>
              <a:gd name="connsiteY5" fmla="*/ 0 h 3545840"/>
              <a:gd name="connsiteX0" fmla="*/ 0 w 12181840"/>
              <a:gd name="connsiteY0" fmla="*/ 3545840 h 3545840"/>
              <a:gd name="connsiteX1" fmla="*/ 6207760 w 12181840"/>
              <a:gd name="connsiteY1" fmla="*/ 3545840 h 3545840"/>
              <a:gd name="connsiteX2" fmla="*/ 6207760 w 12181840"/>
              <a:gd name="connsiteY2" fmla="*/ 467360 h 3545840"/>
              <a:gd name="connsiteX3" fmla="*/ 11593830 w 12181840"/>
              <a:gd name="connsiteY3" fmla="*/ 459740 h 3545840"/>
              <a:gd name="connsiteX4" fmla="*/ 11590020 w 12181840"/>
              <a:gd name="connsiteY4" fmla="*/ 0 h 3545840"/>
              <a:gd name="connsiteX5" fmla="*/ 12181840 w 12181840"/>
              <a:gd name="connsiteY5" fmla="*/ 0 h 3545840"/>
              <a:gd name="connsiteX0" fmla="*/ 0 w 12181840"/>
              <a:gd name="connsiteY0" fmla="*/ 3545840 h 3545840"/>
              <a:gd name="connsiteX1" fmla="*/ 6207760 w 12181840"/>
              <a:gd name="connsiteY1" fmla="*/ 3545840 h 3545840"/>
              <a:gd name="connsiteX2" fmla="*/ 6207760 w 12181840"/>
              <a:gd name="connsiteY2" fmla="*/ 467360 h 3545840"/>
              <a:gd name="connsiteX3" fmla="*/ 11582400 w 12181840"/>
              <a:gd name="connsiteY3" fmla="*/ 459740 h 3545840"/>
              <a:gd name="connsiteX4" fmla="*/ 11590020 w 12181840"/>
              <a:gd name="connsiteY4" fmla="*/ 0 h 3545840"/>
              <a:gd name="connsiteX5" fmla="*/ 12181840 w 12181840"/>
              <a:gd name="connsiteY5" fmla="*/ 0 h 3545840"/>
              <a:gd name="connsiteX0" fmla="*/ 0 w 12181840"/>
              <a:gd name="connsiteY0" fmla="*/ 3545840 h 3545840"/>
              <a:gd name="connsiteX1" fmla="*/ 6207760 w 12181840"/>
              <a:gd name="connsiteY1" fmla="*/ 3545840 h 3545840"/>
              <a:gd name="connsiteX2" fmla="*/ 6207760 w 12181840"/>
              <a:gd name="connsiteY2" fmla="*/ 467360 h 3545840"/>
              <a:gd name="connsiteX3" fmla="*/ 11593830 w 12181840"/>
              <a:gd name="connsiteY3" fmla="*/ 459740 h 3545840"/>
              <a:gd name="connsiteX4" fmla="*/ 11590020 w 12181840"/>
              <a:gd name="connsiteY4" fmla="*/ 0 h 3545840"/>
              <a:gd name="connsiteX5" fmla="*/ 12181840 w 12181840"/>
              <a:gd name="connsiteY5" fmla="*/ 0 h 3545840"/>
              <a:gd name="connsiteX0" fmla="*/ 0 w 12181840"/>
              <a:gd name="connsiteY0" fmla="*/ 3545840 h 3545840"/>
              <a:gd name="connsiteX1" fmla="*/ 6207760 w 12181840"/>
              <a:gd name="connsiteY1" fmla="*/ 3545840 h 3545840"/>
              <a:gd name="connsiteX2" fmla="*/ 6207760 w 12181840"/>
              <a:gd name="connsiteY2" fmla="*/ 467360 h 3545840"/>
              <a:gd name="connsiteX3" fmla="*/ 11593830 w 12181840"/>
              <a:gd name="connsiteY3" fmla="*/ 459740 h 3545840"/>
              <a:gd name="connsiteX4" fmla="*/ 11601450 w 12181840"/>
              <a:gd name="connsiteY4" fmla="*/ 3810 h 3545840"/>
              <a:gd name="connsiteX5" fmla="*/ 12181840 w 12181840"/>
              <a:gd name="connsiteY5" fmla="*/ 0 h 3545840"/>
              <a:gd name="connsiteX0" fmla="*/ 0 w 12181840"/>
              <a:gd name="connsiteY0" fmla="*/ 3545840 h 3545840"/>
              <a:gd name="connsiteX1" fmla="*/ 6207760 w 12181840"/>
              <a:gd name="connsiteY1" fmla="*/ 3545840 h 3545840"/>
              <a:gd name="connsiteX2" fmla="*/ 6207760 w 12181840"/>
              <a:gd name="connsiteY2" fmla="*/ 467360 h 3545840"/>
              <a:gd name="connsiteX3" fmla="*/ 11593830 w 12181840"/>
              <a:gd name="connsiteY3" fmla="*/ 459740 h 3545840"/>
              <a:gd name="connsiteX4" fmla="*/ 11590020 w 12181840"/>
              <a:gd name="connsiteY4" fmla="*/ 3810 h 3545840"/>
              <a:gd name="connsiteX5" fmla="*/ 12181840 w 12181840"/>
              <a:gd name="connsiteY5" fmla="*/ 0 h 3545840"/>
              <a:gd name="connsiteX0" fmla="*/ 0 w 12181840"/>
              <a:gd name="connsiteY0" fmla="*/ 3545840 h 3545840"/>
              <a:gd name="connsiteX1" fmla="*/ 6207760 w 12181840"/>
              <a:gd name="connsiteY1" fmla="*/ 3545840 h 3545840"/>
              <a:gd name="connsiteX2" fmla="*/ 6207760 w 12181840"/>
              <a:gd name="connsiteY2" fmla="*/ 467360 h 3545840"/>
              <a:gd name="connsiteX3" fmla="*/ 11593830 w 12181840"/>
              <a:gd name="connsiteY3" fmla="*/ 459740 h 3545840"/>
              <a:gd name="connsiteX4" fmla="*/ 12181840 w 12181840"/>
              <a:gd name="connsiteY4" fmla="*/ 0 h 3545840"/>
              <a:gd name="connsiteX0" fmla="*/ 0 w 11593830"/>
              <a:gd name="connsiteY0" fmla="*/ 3086100 h 3086100"/>
              <a:gd name="connsiteX1" fmla="*/ 6207760 w 11593830"/>
              <a:gd name="connsiteY1" fmla="*/ 3086100 h 3086100"/>
              <a:gd name="connsiteX2" fmla="*/ 6207760 w 11593830"/>
              <a:gd name="connsiteY2" fmla="*/ 7620 h 3086100"/>
              <a:gd name="connsiteX3" fmla="*/ 11593830 w 11593830"/>
              <a:gd name="connsiteY3" fmla="*/ 0 h 3086100"/>
              <a:gd name="connsiteX0" fmla="*/ 0 w 12185142"/>
              <a:gd name="connsiteY0" fmla="*/ 3080004 h 3080004"/>
              <a:gd name="connsiteX1" fmla="*/ 6207760 w 12185142"/>
              <a:gd name="connsiteY1" fmla="*/ 3080004 h 3080004"/>
              <a:gd name="connsiteX2" fmla="*/ 6207760 w 12185142"/>
              <a:gd name="connsiteY2" fmla="*/ 1524 h 3080004"/>
              <a:gd name="connsiteX3" fmla="*/ 12185142 w 12185142"/>
              <a:gd name="connsiteY3" fmla="*/ 0 h 308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5142" h="3080004">
                <a:moveTo>
                  <a:pt x="0" y="3080004"/>
                </a:moveTo>
                <a:lnTo>
                  <a:pt x="6207760" y="3080004"/>
                </a:lnTo>
                <a:lnTo>
                  <a:pt x="6207760" y="1524"/>
                </a:lnTo>
                <a:lnTo>
                  <a:pt x="12185142" y="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483A80-C79D-2F9F-7AAB-3DAD846ECF42}"/>
              </a:ext>
            </a:extLst>
          </p:cNvPr>
          <p:cNvSpPr/>
          <p:nvPr userDrawn="1"/>
        </p:nvSpPr>
        <p:spPr>
          <a:xfrm>
            <a:off x="11387210" y="592228"/>
            <a:ext cx="216000" cy="2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EBC38B-7D18-2CEC-D9A2-77AB7CD1290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8630"/>
          <a:stretch>
            <a:fillRect/>
          </a:stretch>
        </p:blipFill>
        <p:spPr>
          <a:xfrm>
            <a:off x="9757503" y="5733469"/>
            <a:ext cx="2139220" cy="112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680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216214" y="1334776"/>
            <a:ext cx="5389100" cy="295465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075613" y="4880777"/>
            <a:ext cx="3527597" cy="1384995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Picture 19">
            <a:extLst>
              <a:ext uri="{FF2B5EF4-FFF2-40B4-BE49-F238E27FC236}">
                <a16:creationId xmlns:a16="http://schemas.microsoft.com/office/drawing/2014/main" id="{B3814117-9E6D-D717-861A-A027F483CBC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3302" y="1304926"/>
            <a:ext cx="5329583" cy="4750818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161C95-3523-1A34-4F85-4599A7AA39A9}"/>
              </a:ext>
            </a:extLst>
          </p:cNvPr>
          <p:cNvSpPr/>
          <p:nvPr userDrawn="1"/>
        </p:nvSpPr>
        <p:spPr>
          <a:xfrm>
            <a:off x="6216214" y="605524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0689408-D552-769A-E12F-4EDC5FA39995}"/>
              </a:ext>
            </a:extLst>
          </p:cNvPr>
          <p:cNvSpPr/>
          <p:nvPr userDrawn="1"/>
        </p:nvSpPr>
        <p:spPr>
          <a:xfrm>
            <a:off x="587829" y="587829"/>
            <a:ext cx="11604171" cy="6281057"/>
          </a:xfrm>
          <a:custGeom>
            <a:avLst/>
            <a:gdLst>
              <a:gd name="connsiteX0" fmla="*/ 11604171 w 11604171"/>
              <a:gd name="connsiteY0" fmla="*/ 0 h 6281057"/>
              <a:gd name="connsiteX1" fmla="*/ 11016342 w 11604171"/>
              <a:gd name="connsiteY1" fmla="*/ 0 h 6281057"/>
              <a:gd name="connsiteX2" fmla="*/ 11016342 w 11604171"/>
              <a:gd name="connsiteY2" fmla="*/ 206828 h 6281057"/>
              <a:gd name="connsiteX3" fmla="*/ 11016342 w 11604171"/>
              <a:gd name="connsiteY3" fmla="*/ 489857 h 6281057"/>
              <a:gd name="connsiteX4" fmla="*/ 5181600 w 11604171"/>
              <a:gd name="connsiteY4" fmla="*/ 489857 h 6281057"/>
              <a:gd name="connsiteX5" fmla="*/ 5181600 w 11604171"/>
              <a:gd name="connsiteY5" fmla="*/ 5246914 h 6281057"/>
              <a:gd name="connsiteX6" fmla="*/ 4963885 w 11604171"/>
              <a:gd name="connsiteY6" fmla="*/ 5246914 h 6281057"/>
              <a:gd name="connsiteX7" fmla="*/ 4963885 w 11604171"/>
              <a:gd name="connsiteY7" fmla="*/ 5693228 h 6281057"/>
              <a:gd name="connsiteX8" fmla="*/ 0 w 11604171"/>
              <a:gd name="connsiteY8" fmla="*/ 5693228 h 6281057"/>
              <a:gd name="connsiteX9" fmla="*/ 0 w 11604171"/>
              <a:gd name="connsiteY9" fmla="*/ 6281057 h 62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604171" h="6281057">
                <a:moveTo>
                  <a:pt x="11604171" y="0"/>
                </a:moveTo>
                <a:lnTo>
                  <a:pt x="11016342" y="0"/>
                </a:lnTo>
                <a:lnTo>
                  <a:pt x="11016342" y="206828"/>
                </a:lnTo>
                <a:lnTo>
                  <a:pt x="11016342" y="489857"/>
                </a:lnTo>
                <a:lnTo>
                  <a:pt x="5181600" y="489857"/>
                </a:lnTo>
                <a:lnTo>
                  <a:pt x="5181600" y="5246914"/>
                </a:lnTo>
                <a:lnTo>
                  <a:pt x="4963885" y="5246914"/>
                </a:lnTo>
                <a:lnTo>
                  <a:pt x="4963885" y="5693228"/>
                </a:lnTo>
                <a:lnTo>
                  <a:pt x="0" y="5693228"/>
                </a:lnTo>
                <a:lnTo>
                  <a:pt x="0" y="6281057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288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847218" y="1335796"/>
            <a:ext cx="4621992" cy="29546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47218" y="4880777"/>
            <a:ext cx="3485070" cy="1384995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Picture 19">
            <a:extLst>
              <a:ext uri="{FF2B5EF4-FFF2-40B4-BE49-F238E27FC236}">
                <a16:creationId xmlns:a16="http://schemas.microsoft.com/office/drawing/2014/main" id="{B3814117-9E6D-D717-861A-A027F483CBC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0" y="0"/>
            <a:ext cx="5193393" cy="6055744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161C95-3523-1A34-4F85-4599A7AA39A9}"/>
              </a:ext>
            </a:extLst>
          </p:cNvPr>
          <p:cNvSpPr/>
          <p:nvPr userDrawn="1"/>
        </p:nvSpPr>
        <p:spPr>
          <a:xfrm>
            <a:off x="4332188" y="4664777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98D32DF-C365-4D24-9E45-C752DFEDFBCE}"/>
              </a:ext>
            </a:extLst>
          </p:cNvPr>
          <p:cNvSpPr/>
          <p:nvPr userDrawn="1"/>
        </p:nvSpPr>
        <p:spPr>
          <a:xfrm>
            <a:off x="5988050" y="590309"/>
            <a:ext cx="6211666" cy="6265312"/>
          </a:xfrm>
          <a:custGeom>
            <a:avLst/>
            <a:gdLst>
              <a:gd name="connsiteX0" fmla="*/ 0 w 5995686"/>
              <a:gd name="connsiteY0" fmla="*/ 6331352 h 6331352"/>
              <a:gd name="connsiteX1" fmla="*/ 0 w 5995686"/>
              <a:gd name="connsiteY1" fmla="*/ 5683169 h 6331352"/>
              <a:gd name="connsiteX2" fmla="*/ 5416952 w 5995686"/>
              <a:gd name="connsiteY2" fmla="*/ 5683169 h 6331352"/>
              <a:gd name="connsiteX3" fmla="*/ 5416952 w 5995686"/>
              <a:gd name="connsiteY3" fmla="*/ 0 h 6331352"/>
              <a:gd name="connsiteX4" fmla="*/ 5995686 w 5995686"/>
              <a:gd name="connsiteY4" fmla="*/ 0 h 6331352"/>
              <a:gd name="connsiteX0" fmla="*/ 0 w 5995686"/>
              <a:gd name="connsiteY0" fmla="*/ 6265312 h 6265312"/>
              <a:gd name="connsiteX1" fmla="*/ 0 w 5995686"/>
              <a:gd name="connsiteY1" fmla="*/ 5683169 h 6265312"/>
              <a:gd name="connsiteX2" fmla="*/ 5416952 w 5995686"/>
              <a:gd name="connsiteY2" fmla="*/ 5683169 h 6265312"/>
              <a:gd name="connsiteX3" fmla="*/ 5416952 w 5995686"/>
              <a:gd name="connsiteY3" fmla="*/ 0 h 6265312"/>
              <a:gd name="connsiteX4" fmla="*/ 5995686 w 5995686"/>
              <a:gd name="connsiteY4" fmla="*/ 0 h 6265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95686" h="6265312">
                <a:moveTo>
                  <a:pt x="0" y="6265312"/>
                </a:moveTo>
                <a:lnTo>
                  <a:pt x="0" y="5683169"/>
                </a:lnTo>
                <a:lnTo>
                  <a:pt x="5416952" y="5683169"/>
                </a:lnTo>
                <a:lnTo>
                  <a:pt x="5416952" y="0"/>
                </a:lnTo>
                <a:lnTo>
                  <a:pt x="5995686" y="0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39E2DAE-D7DA-7E46-D55C-BAB9B55FAA6F}"/>
              </a:ext>
            </a:extLst>
          </p:cNvPr>
          <p:cNvSpPr/>
          <p:nvPr userDrawn="1"/>
        </p:nvSpPr>
        <p:spPr>
          <a:xfrm>
            <a:off x="-23149" y="3429000"/>
            <a:ext cx="601883" cy="3446362"/>
          </a:xfrm>
          <a:custGeom>
            <a:avLst/>
            <a:gdLst>
              <a:gd name="connsiteX0" fmla="*/ 0 w 601883"/>
              <a:gd name="connsiteY0" fmla="*/ 0 h 1794076"/>
              <a:gd name="connsiteX1" fmla="*/ 601883 w 601883"/>
              <a:gd name="connsiteY1" fmla="*/ 0 h 1794076"/>
              <a:gd name="connsiteX2" fmla="*/ 601883 w 601883"/>
              <a:gd name="connsiteY2" fmla="*/ 1794076 h 1794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1883" h="1794076">
                <a:moveTo>
                  <a:pt x="0" y="0"/>
                </a:moveTo>
                <a:lnTo>
                  <a:pt x="601883" y="0"/>
                </a:lnTo>
                <a:lnTo>
                  <a:pt x="601883" y="1794076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592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50" y="1334776"/>
            <a:ext cx="4953235" cy="295465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598950" y="4669842"/>
            <a:ext cx="3527597" cy="1384995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Picture 19">
            <a:extLst>
              <a:ext uri="{FF2B5EF4-FFF2-40B4-BE49-F238E27FC236}">
                <a16:creationId xmlns:a16="http://schemas.microsoft.com/office/drawing/2014/main" id="{B3814117-9E6D-D717-861A-A027F483CBC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88050" y="1309115"/>
            <a:ext cx="5605000" cy="496105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0689408-D552-769A-E12F-4EDC5FA39995}"/>
              </a:ext>
            </a:extLst>
          </p:cNvPr>
          <p:cNvSpPr/>
          <p:nvPr userDrawn="1"/>
        </p:nvSpPr>
        <p:spPr>
          <a:xfrm>
            <a:off x="587829" y="587829"/>
            <a:ext cx="11604171" cy="6281057"/>
          </a:xfrm>
          <a:custGeom>
            <a:avLst/>
            <a:gdLst>
              <a:gd name="connsiteX0" fmla="*/ 11604171 w 11604171"/>
              <a:gd name="connsiteY0" fmla="*/ 0 h 6281057"/>
              <a:gd name="connsiteX1" fmla="*/ 11016342 w 11604171"/>
              <a:gd name="connsiteY1" fmla="*/ 0 h 6281057"/>
              <a:gd name="connsiteX2" fmla="*/ 11016342 w 11604171"/>
              <a:gd name="connsiteY2" fmla="*/ 206828 h 6281057"/>
              <a:gd name="connsiteX3" fmla="*/ 11016342 w 11604171"/>
              <a:gd name="connsiteY3" fmla="*/ 489857 h 6281057"/>
              <a:gd name="connsiteX4" fmla="*/ 5181600 w 11604171"/>
              <a:gd name="connsiteY4" fmla="*/ 489857 h 6281057"/>
              <a:gd name="connsiteX5" fmla="*/ 5181600 w 11604171"/>
              <a:gd name="connsiteY5" fmla="*/ 5246914 h 6281057"/>
              <a:gd name="connsiteX6" fmla="*/ 4963885 w 11604171"/>
              <a:gd name="connsiteY6" fmla="*/ 5246914 h 6281057"/>
              <a:gd name="connsiteX7" fmla="*/ 4963885 w 11604171"/>
              <a:gd name="connsiteY7" fmla="*/ 5693228 h 6281057"/>
              <a:gd name="connsiteX8" fmla="*/ 0 w 11604171"/>
              <a:gd name="connsiteY8" fmla="*/ 5693228 h 6281057"/>
              <a:gd name="connsiteX9" fmla="*/ 0 w 11604171"/>
              <a:gd name="connsiteY9" fmla="*/ 6281057 h 62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604171" h="6281057">
                <a:moveTo>
                  <a:pt x="11604171" y="0"/>
                </a:moveTo>
                <a:lnTo>
                  <a:pt x="11016342" y="0"/>
                </a:lnTo>
                <a:lnTo>
                  <a:pt x="11016342" y="206828"/>
                </a:lnTo>
                <a:lnTo>
                  <a:pt x="11016342" y="489857"/>
                </a:lnTo>
                <a:lnTo>
                  <a:pt x="5181600" y="489857"/>
                </a:lnTo>
                <a:lnTo>
                  <a:pt x="5181600" y="5246914"/>
                </a:lnTo>
                <a:lnTo>
                  <a:pt x="4963885" y="5246914"/>
                </a:lnTo>
                <a:lnTo>
                  <a:pt x="4963885" y="5693228"/>
                </a:lnTo>
                <a:lnTo>
                  <a:pt x="0" y="5693228"/>
                </a:lnTo>
                <a:lnTo>
                  <a:pt x="0" y="6281057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220C4-E323-1B45-FA1D-9C8203F67CA0}"/>
              </a:ext>
            </a:extLst>
          </p:cNvPr>
          <p:cNvSpPr/>
          <p:nvPr userDrawn="1"/>
        </p:nvSpPr>
        <p:spPr>
          <a:xfrm>
            <a:off x="5116375" y="5399423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860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1V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7260763" cy="2215991"/>
          </a:xfrm>
          <a:prstGeom prst="rect">
            <a:avLst/>
          </a:prstGeom>
        </p:spPr>
        <p:txBody>
          <a:bodyPr vert="horz" wrap="square" lIns="0" tIns="0" rIns="21600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ru-RU" dirty="0"/>
            </a:b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083233" y="2141857"/>
            <a:ext cx="3529012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Picture 19">
            <a:extLst>
              <a:ext uri="{FF2B5EF4-FFF2-40B4-BE49-F238E27FC236}">
                <a16:creationId xmlns:a16="http://schemas.microsoft.com/office/drawing/2014/main" id="{B3814117-9E6D-D717-861A-A027F483CBC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8950" y="3797247"/>
            <a:ext cx="5389100" cy="3060753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220C4-E323-1B45-FA1D-9C8203F67CA0}"/>
              </a:ext>
            </a:extLst>
          </p:cNvPr>
          <p:cNvSpPr/>
          <p:nvPr userDrawn="1"/>
        </p:nvSpPr>
        <p:spPr>
          <a:xfrm>
            <a:off x="7405929" y="5863046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F13492D-030C-700F-6504-CD761D9FA9BB}"/>
              </a:ext>
            </a:extLst>
          </p:cNvPr>
          <p:cNvSpPr/>
          <p:nvPr userDrawn="1"/>
        </p:nvSpPr>
        <p:spPr>
          <a:xfrm>
            <a:off x="6215605" y="0"/>
            <a:ext cx="2812648" cy="6863787"/>
          </a:xfrm>
          <a:custGeom>
            <a:avLst/>
            <a:gdLst>
              <a:gd name="connsiteX0" fmla="*/ 0 w 2812648"/>
              <a:gd name="connsiteY0" fmla="*/ 6863787 h 6863787"/>
              <a:gd name="connsiteX1" fmla="*/ 0 w 2812648"/>
              <a:gd name="connsiteY1" fmla="*/ 6285053 h 6863787"/>
              <a:gd name="connsiteX2" fmla="*/ 1643605 w 2812648"/>
              <a:gd name="connsiteY2" fmla="*/ 6285053 h 6863787"/>
              <a:gd name="connsiteX3" fmla="*/ 1643605 w 2812648"/>
              <a:gd name="connsiteY3" fmla="*/ 601884 h 6863787"/>
              <a:gd name="connsiteX4" fmla="*/ 2812648 w 2812648"/>
              <a:gd name="connsiteY4" fmla="*/ 601884 h 6863787"/>
              <a:gd name="connsiteX5" fmla="*/ 2812648 w 2812648"/>
              <a:gd name="connsiteY5" fmla="*/ 0 h 6863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2648" h="6863787">
                <a:moveTo>
                  <a:pt x="0" y="6863787"/>
                </a:moveTo>
                <a:lnTo>
                  <a:pt x="0" y="6285053"/>
                </a:lnTo>
                <a:lnTo>
                  <a:pt x="1643605" y="6285053"/>
                </a:lnTo>
                <a:lnTo>
                  <a:pt x="1643605" y="601884"/>
                </a:lnTo>
                <a:lnTo>
                  <a:pt x="2812648" y="601884"/>
                </a:lnTo>
                <a:lnTo>
                  <a:pt x="2812648" y="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1BB33A7-AC0A-22F9-E68F-635D94AC8929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>
          <a:xfrm>
            <a:off x="8083233" y="2698749"/>
            <a:ext cx="3529012" cy="3582634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F3C5751-CD98-098E-1C41-22D7250C560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3091" r="47154"/>
          <a:stretch>
            <a:fillRect/>
          </a:stretch>
        </p:blipFill>
        <p:spPr>
          <a:xfrm>
            <a:off x="11061507" y="0"/>
            <a:ext cx="1130494" cy="146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91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1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7044564" cy="2215991"/>
          </a:xfrm>
          <a:prstGeom prst="rect">
            <a:avLst/>
          </a:prstGeom>
        </p:spPr>
        <p:txBody>
          <a:bodyPr vert="horz" wrap="square" lIns="0" tIns="0" rIns="21600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ru-RU" dirty="0"/>
            </a:b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3179763" y="3879367"/>
            <a:ext cx="467995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Picture 19">
            <a:extLst>
              <a:ext uri="{FF2B5EF4-FFF2-40B4-BE49-F238E27FC236}">
                <a16:creationId xmlns:a16="http://schemas.microsoft.com/office/drawing/2014/main" id="{B3814117-9E6D-D717-861A-A027F483CBC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91613" y="0"/>
            <a:ext cx="3900387" cy="6273801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1BB33A7-AC0A-22F9-E68F-635D94AC8929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4"/>
            </p:custDataLst>
          </p:nvPr>
        </p:nvSpPr>
        <p:spPr>
          <a:xfrm>
            <a:off x="3179763" y="4436259"/>
            <a:ext cx="4679950" cy="1837541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4149C0-3081-C4BA-7643-78AA241E4AC8}"/>
              </a:ext>
            </a:extLst>
          </p:cNvPr>
          <p:cNvCxnSpPr/>
          <p:nvPr userDrawn="1"/>
        </p:nvCxnSpPr>
        <p:spPr>
          <a:xfrm>
            <a:off x="8075613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BF5FCAC-5C17-D2BF-7657-C0973D7209F7}"/>
              </a:ext>
            </a:extLst>
          </p:cNvPr>
          <p:cNvSpPr/>
          <p:nvPr userDrawn="1"/>
        </p:nvSpPr>
        <p:spPr>
          <a:xfrm>
            <a:off x="-12192" y="4504944"/>
            <a:ext cx="2371344" cy="2340864"/>
          </a:xfrm>
          <a:custGeom>
            <a:avLst/>
            <a:gdLst>
              <a:gd name="connsiteX0" fmla="*/ 0 w 2371344"/>
              <a:gd name="connsiteY0" fmla="*/ 0 h 2340864"/>
              <a:gd name="connsiteX1" fmla="*/ 603504 w 2371344"/>
              <a:gd name="connsiteY1" fmla="*/ 0 h 2340864"/>
              <a:gd name="connsiteX2" fmla="*/ 603504 w 2371344"/>
              <a:gd name="connsiteY2" fmla="*/ 591312 h 2340864"/>
              <a:gd name="connsiteX3" fmla="*/ 1188720 w 2371344"/>
              <a:gd name="connsiteY3" fmla="*/ 591312 h 2340864"/>
              <a:gd name="connsiteX4" fmla="*/ 1188720 w 2371344"/>
              <a:gd name="connsiteY4" fmla="*/ 1188720 h 2340864"/>
              <a:gd name="connsiteX5" fmla="*/ 1767840 w 2371344"/>
              <a:gd name="connsiteY5" fmla="*/ 1188720 h 2340864"/>
              <a:gd name="connsiteX6" fmla="*/ 1767840 w 2371344"/>
              <a:gd name="connsiteY6" fmla="*/ 1780032 h 2340864"/>
              <a:gd name="connsiteX7" fmla="*/ 2371344 w 2371344"/>
              <a:gd name="connsiteY7" fmla="*/ 1780032 h 2340864"/>
              <a:gd name="connsiteX8" fmla="*/ 2371344 w 2371344"/>
              <a:gd name="connsiteY8" fmla="*/ 2340864 h 2340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1344" h="2340864">
                <a:moveTo>
                  <a:pt x="0" y="0"/>
                </a:moveTo>
                <a:lnTo>
                  <a:pt x="603504" y="0"/>
                </a:lnTo>
                <a:lnTo>
                  <a:pt x="603504" y="591312"/>
                </a:lnTo>
                <a:lnTo>
                  <a:pt x="1188720" y="591312"/>
                </a:lnTo>
                <a:lnTo>
                  <a:pt x="1188720" y="1188720"/>
                </a:lnTo>
                <a:lnTo>
                  <a:pt x="1767840" y="1188720"/>
                </a:lnTo>
                <a:lnTo>
                  <a:pt x="1767840" y="1780032"/>
                </a:lnTo>
                <a:lnTo>
                  <a:pt x="2371344" y="1780032"/>
                </a:lnTo>
                <a:lnTo>
                  <a:pt x="2371344" y="2340864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448C9E-F23A-E6C6-D1DD-4D9DCE4E53A7}"/>
              </a:ext>
            </a:extLst>
          </p:cNvPr>
          <p:cNvSpPr/>
          <p:nvPr userDrawn="1"/>
        </p:nvSpPr>
        <p:spPr>
          <a:xfrm>
            <a:off x="7643614" y="130492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69686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1V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7044564" cy="2215991"/>
          </a:xfrm>
          <a:prstGeom prst="rect">
            <a:avLst/>
          </a:prstGeom>
        </p:spPr>
        <p:txBody>
          <a:bodyPr vert="horz" wrap="square" lIns="0" tIns="0" rIns="21600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ru-RU" dirty="0"/>
            </a:b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3179763" y="3879367"/>
            <a:ext cx="467995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Picture 19">
            <a:extLst>
              <a:ext uri="{FF2B5EF4-FFF2-40B4-BE49-F238E27FC236}">
                <a16:creationId xmlns:a16="http://schemas.microsoft.com/office/drawing/2014/main" id="{B3814117-9E6D-D717-861A-A027F483CBC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91613" y="0"/>
            <a:ext cx="3900387" cy="6273801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1BB33A7-AC0A-22F9-E68F-635D94AC8929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4"/>
            </p:custDataLst>
          </p:nvPr>
        </p:nvSpPr>
        <p:spPr>
          <a:xfrm>
            <a:off x="3179763" y="4436259"/>
            <a:ext cx="4679950" cy="1837541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4149C0-3081-C4BA-7643-78AA241E4AC8}"/>
              </a:ext>
            </a:extLst>
          </p:cNvPr>
          <p:cNvCxnSpPr/>
          <p:nvPr userDrawn="1"/>
        </p:nvCxnSpPr>
        <p:spPr>
          <a:xfrm>
            <a:off x="8075613" y="0"/>
            <a:ext cx="0" cy="68580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BF5FCAC-5C17-D2BF-7657-C0973D7209F7}"/>
              </a:ext>
            </a:extLst>
          </p:cNvPr>
          <p:cNvSpPr/>
          <p:nvPr userDrawn="1"/>
        </p:nvSpPr>
        <p:spPr>
          <a:xfrm>
            <a:off x="-12192" y="4504944"/>
            <a:ext cx="2371344" cy="2340864"/>
          </a:xfrm>
          <a:custGeom>
            <a:avLst/>
            <a:gdLst>
              <a:gd name="connsiteX0" fmla="*/ 0 w 2371344"/>
              <a:gd name="connsiteY0" fmla="*/ 0 h 2340864"/>
              <a:gd name="connsiteX1" fmla="*/ 603504 w 2371344"/>
              <a:gd name="connsiteY1" fmla="*/ 0 h 2340864"/>
              <a:gd name="connsiteX2" fmla="*/ 603504 w 2371344"/>
              <a:gd name="connsiteY2" fmla="*/ 591312 h 2340864"/>
              <a:gd name="connsiteX3" fmla="*/ 1188720 w 2371344"/>
              <a:gd name="connsiteY3" fmla="*/ 591312 h 2340864"/>
              <a:gd name="connsiteX4" fmla="*/ 1188720 w 2371344"/>
              <a:gd name="connsiteY4" fmla="*/ 1188720 h 2340864"/>
              <a:gd name="connsiteX5" fmla="*/ 1767840 w 2371344"/>
              <a:gd name="connsiteY5" fmla="*/ 1188720 h 2340864"/>
              <a:gd name="connsiteX6" fmla="*/ 1767840 w 2371344"/>
              <a:gd name="connsiteY6" fmla="*/ 1780032 h 2340864"/>
              <a:gd name="connsiteX7" fmla="*/ 2371344 w 2371344"/>
              <a:gd name="connsiteY7" fmla="*/ 1780032 h 2340864"/>
              <a:gd name="connsiteX8" fmla="*/ 2371344 w 2371344"/>
              <a:gd name="connsiteY8" fmla="*/ 2340864 h 2340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1344" h="2340864">
                <a:moveTo>
                  <a:pt x="0" y="0"/>
                </a:moveTo>
                <a:lnTo>
                  <a:pt x="603504" y="0"/>
                </a:lnTo>
                <a:lnTo>
                  <a:pt x="603504" y="591312"/>
                </a:lnTo>
                <a:lnTo>
                  <a:pt x="1188720" y="591312"/>
                </a:lnTo>
                <a:lnTo>
                  <a:pt x="1188720" y="1188720"/>
                </a:lnTo>
                <a:lnTo>
                  <a:pt x="1767840" y="1188720"/>
                </a:lnTo>
                <a:lnTo>
                  <a:pt x="1767840" y="1780032"/>
                </a:lnTo>
                <a:lnTo>
                  <a:pt x="2371344" y="1780032"/>
                </a:lnTo>
                <a:lnTo>
                  <a:pt x="2371344" y="2340864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448C9E-F23A-E6C6-D1DD-4D9DCE4E53A7}"/>
              </a:ext>
            </a:extLst>
          </p:cNvPr>
          <p:cNvSpPr/>
          <p:nvPr userDrawn="1"/>
        </p:nvSpPr>
        <p:spPr>
          <a:xfrm>
            <a:off x="7643614" y="130492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03474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2V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11013296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ru-RU" dirty="0"/>
            </a:b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7859713" y="3115981"/>
            <a:ext cx="3529012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220C4-E323-1B45-FA1D-9C8203F67CA0}"/>
              </a:ext>
            </a:extLst>
          </p:cNvPr>
          <p:cNvSpPr/>
          <p:nvPr userDrawn="1"/>
        </p:nvSpPr>
        <p:spPr>
          <a:xfrm>
            <a:off x="11388171" y="58420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1BB33A7-AC0A-22F9-E68F-635D94AC8929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>
          <a:xfrm>
            <a:off x="7859713" y="3672873"/>
            <a:ext cx="3529012" cy="23364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ubtitle Placeholder 1">
            <a:extLst>
              <a:ext uri="{FF2B5EF4-FFF2-40B4-BE49-F238E27FC236}">
                <a16:creationId xmlns:a16="http://schemas.microsoft.com/office/drawing/2014/main" id="{B42A0C20-B031-3E8E-2BE4-D66D75BB5DE3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5"/>
            </p:custDataLst>
          </p:nvPr>
        </p:nvSpPr>
        <p:spPr>
          <a:xfrm>
            <a:off x="3179763" y="3118913"/>
            <a:ext cx="3529012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09EEAF2F-3465-4005-4ECA-48B4FEEE4F71}"/>
              </a:ext>
            </a:extLst>
          </p:cNvPr>
          <p:cNvSpPr>
            <a:spLocks noGrp="1"/>
          </p:cNvSpPr>
          <p:nvPr>
            <p:ph type="body" idx="38"/>
            <p:custDataLst>
              <p:tags r:id="rId6"/>
            </p:custDataLst>
          </p:nvPr>
        </p:nvSpPr>
        <p:spPr>
          <a:xfrm>
            <a:off x="3179763" y="3675805"/>
            <a:ext cx="3529012" cy="2336139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CF96315-EA91-04F7-1D12-AD012FABE94B}"/>
              </a:ext>
            </a:extLst>
          </p:cNvPr>
          <p:cNvSpPr/>
          <p:nvPr userDrawn="1"/>
        </p:nvSpPr>
        <p:spPr>
          <a:xfrm>
            <a:off x="-21771" y="4495800"/>
            <a:ext cx="11625942" cy="2351314"/>
          </a:xfrm>
          <a:custGeom>
            <a:avLst/>
            <a:gdLst>
              <a:gd name="connsiteX0" fmla="*/ 0 w 11625942"/>
              <a:gd name="connsiteY0" fmla="*/ 0 h 2351314"/>
              <a:gd name="connsiteX1" fmla="*/ 609600 w 11625942"/>
              <a:gd name="connsiteY1" fmla="*/ 0 h 2351314"/>
              <a:gd name="connsiteX2" fmla="*/ 609600 w 11625942"/>
              <a:gd name="connsiteY2" fmla="*/ 598714 h 2351314"/>
              <a:gd name="connsiteX3" fmla="*/ 1208314 w 11625942"/>
              <a:gd name="connsiteY3" fmla="*/ 598714 h 2351314"/>
              <a:gd name="connsiteX4" fmla="*/ 1208314 w 11625942"/>
              <a:gd name="connsiteY4" fmla="*/ 1197429 h 2351314"/>
              <a:gd name="connsiteX5" fmla="*/ 1774371 w 11625942"/>
              <a:gd name="connsiteY5" fmla="*/ 1197429 h 2351314"/>
              <a:gd name="connsiteX6" fmla="*/ 1774371 w 11625942"/>
              <a:gd name="connsiteY6" fmla="*/ 1774371 h 2351314"/>
              <a:gd name="connsiteX7" fmla="*/ 11625942 w 11625942"/>
              <a:gd name="connsiteY7" fmla="*/ 1774371 h 2351314"/>
              <a:gd name="connsiteX8" fmla="*/ 11625942 w 11625942"/>
              <a:gd name="connsiteY8" fmla="*/ 2351314 h 2351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25942" h="2351314">
                <a:moveTo>
                  <a:pt x="0" y="0"/>
                </a:moveTo>
                <a:lnTo>
                  <a:pt x="609600" y="0"/>
                </a:lnTo>
                <a:lnTo>
                  <a:pt x="609600" y="598714"/>
                </a:lnTo>
                <a:lnTo>
                  <a:pt x="1208314" y="598714"/>
                </a:lnTo>
                <a:lnTo>
                  <a:pt x="1208314" y="1197429"/>
                </a:lnTo>
                <a:lnTo>
                  <a:pt x="1774371" y="1197429"/>
                </a:lnTo>
                <a:lnTo>
                  <a:pt x="1774371" y="1774371"/>
                </a:lnTo>
                <a:lnTo>
                  <a:pt x="11625942" y="1774371"/>
                </a:lnTo>
                <a:lnTo>
                  <a:pt x="11625942" y="2351314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1951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2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5156691" cy="2954655"/>
          </a:xfrm>
          <a:prstGeom prst="rect">
            <a:avLst/>
          </a:prstGeom>
        </p:spPr>
        <p:txBody>
          <a:bodyPr vert="horz" wrap="square" lIns="0" tIns="0" rIns="432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ru-RU" dirty="0"/>
            </a:b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9000664" y="3372712"/>
            <a:ext cx="2592387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220C4-E323-1B45-FA1D-9C8203F67CA0}"/>
              </a:ext>
            </a:extLst>
          </p:cNvPr>
          <p:cNvSpPr/>
          <p:nvPr userDrawn="1"/>
        </p:nvSpPr>
        <p:spPr>
          <a:xfrm>
            <a:off x="583709" y="584180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1BB33A7-AC0A-22F9-E68F-635D94AC8929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>
          <a:xfrm>
            <a:off x="9015904" y="3929604"/>
            <a:ext cx="2592387" cy="23364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ubtitle Placeholder 1">
            <a:extLst>
              <a:ext uri="{FF2B5EF4-FFF2-40B4-BE49-F238E27FC236}">
                <a16:creationId xmlns:a16="http://schemas.microsoft.com/office/drawing/2014/main" id="{B42A0C20-B031-3E8E-2BE4-D66D75BB5DE3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5"/>
            </p:custDataLst>
          </p:nvPr>
        </p:nvSpPr>
        <p:spPr>
          <a:xfrm>
            <a:off x="5993129" y="1315114"/>
            <a:ext cx="259200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09EEAF2F-3465-4005-4ECA-48B4FEEE4F71}"/>
              </a:ext>
            </a:extLst>
          </p:cNvPr>
          <p:cNvSpPr>
            <a:spLocks noGrp="1"/>
          </p:cNvSpPr>
          <p:nvPr>
            <p:ph type="body" idx="38"/>
            <p:custDataLst>
              <p:tags r:id="rId6"/>
            </p:custDataLst>
          </p:nvPr>
        </p:nvSpPr>
        <p:spPr>
          <a:xfrm>
            <a:off x="5993129" y="1872006"/>
            <a:ext cx="2592000" cy="2336139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AEABAE0-ACB0-65C7-DAF1-28E69F6BEE43}"/>
              </a:ext>
            </a:extLst>
          </p:cNvPr>
          <p:cNvSpPr/>
          <p:nvPr userDrawn="1"/>
        </p:nvSpPr>
        <p:spPr>
          <a:xfrm>
            <a:off x="587829" y="587829"/>
            <a:ext cx="11604171" cy="6281057"/>
          </a:xfrm>
          <a:custGeom>
            <a:avLst/>
            <a:gdLst>
              <a:gd name="connsiteX0" fmla="*/ 11604171 w 11604171"/>
              <a:gd name="connsiteY0" fmla="*/ 0 h 6281057"/>
              <a:gd name="connsiteX1" fmla="*/ 11016342 w 11604171"/>
              <a:gd name="connsiteY1" fmla="*/ 0 h 6281057"/>
              <a:gd name="connsiteX2" fmla="*/ 11016342 w 11604171"/>
              <a:gd name="connsiteY2" fmla="*/ 206828 h 6281057"/>
              <a:gd name="connsiteX3" fmla="*/ 11016342 w 11604171"/>
              <a:gd name="connsiteY3" fmla="*/ 489857 h 6281057"/>
              <a:gd name="connsiteX4" fmla="*/ 5181600 w 11604171"/>
              <a:gd name="connsiteY4" fmla="*/ 489857 h 6281057"/>
              <a:gd name="connsiteX5" fmla="*/ 5181600 w 11604171"/>
              <a:gd name="connsiteY5" fmla="*/ 5246914 h 6281057"/>
              <a:gd name="connsiteX6" fmla="*/ 4963885 w 11604171"/>
              <a:gd name="connsiteY6" fmla="*/ 5246914 h 6281057"/>
              <a:gd name="connsiteX7" fmla="*/ 4963885 w 11604171"/>
              <a:gd name="connsiteY7" fmla="*/ 5693228 h 6281057"/>
              <a:gd name="connsiteX8" fmla="*/ 0 w 11604171"/>
              <a:gd name="connsiteY8" fmla="*/ 5693228 h 6281057"/>
              <a:gd name="connsiteX9" fmla="*/ 0 w 11604171"/>
              <a:gd name="connsiteY9" fmla="*/ 6281057 h 62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604171" h="6281057">
                <a:moveTo>
                  <a:pt x="11604171" y="0"/>
                </a:moveTo>
                <a:lnTo>
                  <a:pt x="11016342" y="0"/>
                </a:lnTo>
                <a:lnTo>
                  <a:pt x="11016342" y="206828"/>
                </a:lnTo>
                <a:lnTo>
                  <a:pt x="11016342" y="489857"/>
                </a:lnTo>
                <a:lnTo>
                  <a:pt x="5181600" y="489857"/>
                </a:lnTo>
                <a:lnTo>
                  <a:pt x="5181600" y="5246914"/>
                </a:lnTo>
                <a:lnTo>
                  <a:pt x="4963885" y="5246914"/>
                </a:lnTo>
                <a:lnTo>
                  <a:pt x="4963885" y="5693228"/>
                </a:lnTo>
                <a:lnTo>
                  <a:pt x="0" y="5693228"/>
                </a:lnTo>
                <a:lnTo>
                  <a:pt x="0" y="6281057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2146C0F-78F7-A5BD-A6C8-18CE4073BBD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48128"/>
          <a:stretch>
            <a:fillRect/>
          </a:stretch>
        </p:blipFill>
        <p:spPr>
          <a:xfrm>
            <a:off x="6135838" y="5769029"/>
            <a:ext cx="2499869" cy="108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074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2V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5156691" cy="2954655"/>
          </a:xfrm>
          <a:prstGeom prst="rect">
            <a:avLst/>
          </a:prstGeom>
        </p:spPr>
        <p:txBody>
          <a:bodyPr vert="horz" wrap="square" lIns="0" tIns="0" rIns="432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ru-RU" dirty="0"/>
            </a:b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9000664" y="3372712"/>
            <a:ext cx="2592387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220C4-E323-1B45-FA1D-9C8203F67CA0}"/>
              </a:ext>
            </a:extLst>
          </p:cNvPr>
          <p:cNvSpPr/>
          <p:nvPr userDrawn="1"/>
        </p:nvSpPr>
        <p:spPr>
          <a:xfrm>
            <a:off x="583709" y="584180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1BB33A7-AC0A-22F9-E68F-635D94AC8929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4"/>
            </p:custDataLst>
          </p:nvPr>
        </p:nvSpPr>
        <p:spPr>
          <a:xfrm>
            <a:off x="9015904" y="3929604"/>
            <a:ext cx="2592387" cy="23364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1" name="Subtitle Placeholder 1">
            <a:extLst>
              <a:ext uri="{FF2B5EF4-FFF2-40B4-BE49-F238E27FC236}">
                <a16:creationId xmlns:a16="http://schemas.microsoft.com/office/drawing/2014/main" id="{B42A0C20-B031-3E8E-2BE4-D66D75BB5DE3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5"/>
            </p:custDataLst>
          </p:nvPr>
        </p:nvSpPr>
        <p:spPr>
          <a:xfrm>
            <a:off x="5993129" y="1315114"/>
            <a:ext cx="259200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09EEAF2F-3465-4005-4ECA-48B4FEEE4F71}"/>
              </a:ext>
            </a:extLst>
          </p:cNvPr>
          <p:cNvSpPr>
            <a:spLocks noGrp="1"/>
          </p:cNvSpPr>
          <p:nvPr>
            <p:ph type="body" idx="38"/>
            <p:custDataLst>
              <p:tags r:id="rId6"/>
            </p:custDataLst>
          </p:nvPr>
        </p:nvSpPr>
        <p:spPr>
          <a:xfrm>
            <a:off x="5993129" y="1872006"/>
            <a:ext cx="2592000" cy="2336139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AEABAE0-ACB0-65C7-DAF1-28E69F6BEE43}"/>
              </a:ext>
            </a:extLst>
          </p:cNvPr>
          <p:cNvSpPr/>
          <p:nvPr userDrawn="1"/>
        </p:nvSpPr>
        <p:spPr>
          <a:xfrm>
            <a:off x="587829" y="587829"/>
            <a:ext cx="11604171" cy="6281057"/>
          </a:xfrm>
          <a:custGeom>
            <a:avLst/>
            <a:gdLst>
              <a:gd name="connsiteX0" fmla="*/ 11604171 w 11604171"/>
              <a:gd name="connsiteY0" fmla="*/ 0 h 6281057"/>
              <a:gd name="connsiteX1" fmla="*/ 11016342 w 11604171"/>
              <a:gd name="connsiteY1" fmla="*/ 0 h 6281057"/>
              <a:gd name="connsiteX2" fmla="*/ 11016342 w 11604171"/>
              <a:gd name="connsiteY2" fmla="*/ 206828 h 6281057"/>
              <a:gd name="connsiteX3" fmla="*/ 11016342 w 11604171"/>
              <a:gd name="connsiteY3" fmla="*/ 489857 h 6281057"/>
              <a:gd name="connsiteX4" fmla="*/ 5181600 w 11604171"/>
              <a:gd name="connsiteY4" fmla="*/ 489857 h 6281057"/>
              <a:gd name="connsiteX5" fmla="*/ 5181600 w 11604171"/>
              <a:gd name="connsiteY5" fmla="*/ 5246914 h 6281057"/>
              <a:gd name="connsiteX6" fmla="*/ 4963885 w 11604171"/>
              <a:gd name="connsiteY6" fmla="*/ 5246914 h 6281057"/>
              <a:gd name="connsiteX7" fmla="*/ 4963885 w 11604171"/>
              <a:gd name="connsiteY7" fmla="*/ 5693228 h 6281057"/>
              <a:gd name="connsiteX8" fmla="*/ 0 w 11604171"/>
              <a:gd name="connsiteY8" fmla="*/ 5693228 h 6281057"/>
              <a:gd name="connsiteX9" fmla="*/ 0 w 11604171"/>
              <a:gd name="connsiteY9" fmla="*/ 6281057 h 62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604171" h="6281057">
                <a:moveTo>
                  <a:pt x="11604171" y="0"/>
                </a:moveTo>
                <a:lnTo>
                  <a:pt x="11016342" y="0"/>
                </a:lnTo>
                <a:lnTo>
                  <a:pt x="11016342" y="206828"/>
                </a:lnTo>
                <a:lnTo>
                  <a:pt x="11016342" y="489857"/>
                </a:lnTo>
                <a:lnTo>
                  <a:pt x="5181600" y="489857"/>
                </a:lnTo>
                <a:lnTo>
                  <a:pt x="5181600" y="5246914"/>
                </a:lnTo>
                <a:lnTo>
                  <a:pt x="4963885" y="5246914"/>
                </a:lnTo>
                <a:lnTo>
                  <a:pt x="4963885" y="5693228"/>
                </a:lnTo>
                <a:lnTo>
                  <a:pt x="0" y="5693228"/>
                </a:lnTo>
                <a:lnTo>
                  <a:pt x="0" y="6281057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2146C0F-78F7-A5BD-A6C8-18CE4073BBD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48128"/>
          <a:stretch>
            <a:fillRect/>
          </a:stretch>
        </p:blipFill>
        <p:spPr>
          <a:xfrm>
            <a:off x="6135838" y="5769029"/>
            <a:ext cx="2499869" cy="108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406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7476664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ru-RU" dirty="0"/>
            </a:br>
            <a:endParaRPr lang="ru-RU" dirty="0"/>
          </a:p>
        </p:txBody>
      </p:sp>
      <p:sp>
        <p:nvSpPr>
          <p:cNvPr id="2" name="Subtitle Placeholder 3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796340" y="3381410"/>
            <a:ext cx="2808284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1BB33A7-AC0A-22F9-E68F-635D94AC8929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>
          <a:xfrm>
            <a:off x="8796340" y="3938302"/>
            <a:ext cx="2808284" cy="20880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ubtitle Placeholder 2">
            <a:extLst>
              <a:ext uri="{FF2B5EF4-FFF2-40B4-BE49-F238E27FC236}">
                <a16:creationId xmlns:a16="http://schemas.microsoft.com/office/drawing/2014/main" id="{D8776588-D30A-757F-A4F1-30069BE5C53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5"/>
            </p:custDataLst>
          </p:nvPr>
        </p:nvSpPr>
        <p:spPr>
          <a:xfrm>
            <a:off x="5049125" y="3381410"/>
            <a:ext cx="280800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603E703-FA17-23B9-59FB-EBB67AEAB33E}"/>
              </a:ext>
            </a:extLst>
          </p:cNvPr>
          <p:cNvSpPr>
            <a:spLocks noGrp="1"/>
          </p:cNvSpPr>
          <p:nvPr>
            <p:ph type="body" idx="38"/>
            <p:custDataLst>
              <p:tags r:id="rId6"/>
            </p:custDataLst>
          </p:nvPr>
        </p:nvSpPr>
        <p:spPr>
          <a:xfrm>
            <a:off x="5052364" y="3938302"/>
            <a:ext cx="2808000" cy="20880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ubtitle Placeholder 1">
            <a:extLst>
              <a:ext uri="{FF2B5EF4-FFF2-40B4-BE49-F238E27FC236}">
                <a16:creationId xmlns:a16="http://schemas.microsoft.com/office/drawing/2014/main" id="{1A1AB3AB-6BCD-3526-659F-E4CFAA05C2F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1308388" y="3378516"/>
            <a:ext cx="280800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4F7D2DE6-61BB-E75E-2FDD-54F93C376A7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1308388" y="3935408"/>
            <a:ext cx="2808000" cy="2086840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43EB3E4-BEB1-7D78-79FA-0EDF77A4F0A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24909"/>
          <a:stretch>
            <a:fillRect/>
          </a:stretch>
        </p:blipFill>
        <p:spPr>
          <a:xfrm>
            <a:off x="9454183" y="0"/>
            <a:ext cx="2495169" cy="1304925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727D6BE-C60D-B1EB-E9CB-ECF879CDE52D}"/>
              </a:ext>
            </a:extLst>
          </p:cNvPr>
          <p:cNvSpPr/>
          <p:nvPr userDrawn="1"/>
        </p:nvSpPr>
        <p:spPr>
          <a:xfrm>
            <a:off x="587376" y="2569580"/>
            <a:ext cx="11589192" cy="4294207"/>
          </a:xfrm>
          <a:custGeom>
            <a:avLst/>
            <a:gdLst>
              <a:gd name="connsiteX0" fmla="*/ 11574683 w 11574683"/>
              <a:gd name="connsiteY0" fmla="*/ 0 h 4294207"/>
              <a:gd name="connsiteX1" fmla="*/ 11007524 w 11574683"/>
              <a:gd name="connsiteY1" fmla="*/ 0 h 4294207"/>
              <a:gd name="connsiteX2" fmla="*/ 11007524 w 11574683"/>
              <a:gd name="connsiteY2" fmla="*/ 520861 h 4294207"/>
              <a:gd name="connsiteX3" fmla="*/ 7731888 w 11574683"/>
              <a:gd name="connsiteY3" fmla="*/ 520861 h 4294207"/>
              <a:gd name="connsiteX4" fmla="*/ 7731888 w 11574683"/>
              <a:gd name="connsiteY4" fmla="*/ 3703898 h 4294207"/>
              <a:gd name="connsiteX5" fmla="*/ 0 w 11574683"/>
              <a:gd name="connsiteY5" fmla="*/ 3703898 h 4294207"/>
              <a:gd name="connsiteX6" fmla="*/ 0 w 11574683"/>
              <a:gd name="connsiteY6" fmla="*/ 4294207 h 429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74683" h="4294207">
                <a:moveTo>
                  <a:pt x="11574683" y="0"/>
                </a:moveTo>
                <a:lnTo>
                  <a:pt x="11007524" y="0"/>
                </a:lnTo>
                <a:lnTo>
                  <a:pt x="11007524" y="520861"/>
                </a:lnTo>
                <a:lnTo>
                  <a:pt x="7731888" y="520861"/>
                </a:lnTo>
                <a:lnTo>
                  <a:pt x="7731888" y="3703898"/>
                </a:lnTo>
                <a:lnTo>
                  <a:pt x="0" y="3703898"/>
                </a:lnTo>
                <a:lnTo>
                  <a:pt x="0" y="4294207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65D5B8-D1E3-0A80-02AA-3F4D8A497D1E}"/>
              </a:ext>
            </a:extLst>
          </p:cNvPr>
          <p:cNvSpPr/>
          <p:nvPr userDrawn="1"/>
        </p:nvSpPr>
        <p:spPr>
          <a:xfrm>
            <a:off x="8320532" y="130492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5895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3V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7237209" cy="2215991"/>
          </a:xfrm>
          <a:prstGeom prst="rect">
            <a:avLst/>
          </a:prstGeom>
        </p:spPr>
        <p:txBody>
          <a:bodyPr vert="horz" wrap="square" lIns="0" tIns="0" rIns="21600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 3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075613" y="4128666"/>
            <a:ext cx="3529011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1BB33A7-AC0A-22F9-E68F-635D94AC8929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>
          <a:xfrm>
            <a:off x="8075613" y="4685558"/>
            <a:ext cx="3529011" cy="15876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ubtitle Placeholder 2">
            <a:extLst>
              <a:ext uri="{FF2B5EF4-FFF2-40B4-BE49-F238E27FC236}">
                <a16:creationId xmlns:a16="http://schemas.microsoft.com/office/drawing/2014/main" id="{D8776588-D30A-757F-A4F1-30069BE5C53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5"/>
            </p:custDataLst>
          </p:nvPr>
        </p:nvSpPr>
        <p:spPr>
          <a:xfrm>
            <a:off x="3405823" y="4128666"/>
            <a:ext cx="352800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603E703-FA17-23B9-59FB-EBB67AEAB33E}"/>
              </a:ext>
            </a:extLst>
          </p:cNvPr>
          <p:cNvSpPr>
            <a:spLocks noGrp="1"/>
          </p:cNvSpPr>
          <p:nvPr>
            <p:ph type="body" idx="38"/>
            <p:custDataLst>
              <p:tags r:id="rId6"/>
            </p:custDataLst>
          </p:nvPr>
        </p:nvSpPr>
        <p:spPr>
          <a:xfrm>
            <a:off x="3409062" y="4685558"/>
            <a:ext cx="3528000" cy="1588242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ubtitle Placeholder 1">
            <a:extLst>
              <a:ext uri="{FF2B5EF4-FFF2-40B4-BE49-F238E27FC236}">
                <a16:creationId xmlns:a16="http://schemas.microsoft.com/office/drawing/2014/main" id="{1A1AB3AB-6BCD-3526-659F-E4CFAA05C2F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8076625" y="1324616"/>
            <a:ext cx="352800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4F7D2DE6-61BB-E75E-2FDD-54F93C376A7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8076625" y="1881508"/>
            <a:ext cx="3528000" cy="2086840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CE203CF-4E7F-7B05-EFB7-0753123909CF}"/>
              </a:ext>
            </a:extLst>
          </p:cNvPr>
          <p:cNvSpPr/>
          <p:nvPr userDrawn="1"/>
        </p:nvSpPr>
        <p:spPr>
          <a:xfrm>
            <a:off x="-12192" y="4504944"/>
            <a:ext cx="2371344" cy="2340864"/>
          </a:xfrm>
          <a:custGeom>
            <a:avLst/>
            <a:gdLst>
              <a:gd name="connsiteX0" fmla="*/ 0 w 2371344"/>
              <a:gd name="connsiteY0" fmla="*/ 0 h 2340864"/>
              <a:gd name="connsiteX1" fmla="*/ 603504 w 2371344"/>
              <a:gd name="connsiteY1" fmla="*/ 0 h 2340864"/>
              <a:gd name="connsiteX2" fmla="*/ 603504 w 2371344"/>
              <a:gd name="connsiteY2" fmla="*/ 591312 h 2340864"/>
              <a:gd name="connsiteX3" fmla="*/ 1188720 w 2371344"/>
              <a:gd name="connsiteY3" fmla="*/ 591312 h 2340864"/>
              <a:gd name="connsiteX4" fmla="*/ 1188720 w 2371344"/>
              <a:gd name="connsiteY4" fmla="*/ 1188720 h 2340864"/>
              <a:gd name="connsiteX5" fmla="*/ 1767840 w 2371344"/>
              <a:gd name="connsiteY5" fmla="*/ 1188720 h 2340864"/>
              <a:gd name="connsiteX6" fmla="*/ 1767840 w 2371344"/>
              <a:gd name="connsiteY6" fmla="*/ 1780032 h 2340864"/>
              <a:gd name="connsiteX7" fmla="*/ 2371344 w 2371344"/>
              <a:gd name="connsiteY7" fmla="*/ 1780032 h 2340864"/>
              <a:gd name="connsiteX8" fmla="*/ 2371344 w 2371344"/>
              <a:gd name="connsiteY8" fmla="*/ 2340864 h 2340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1344" h="2340864">
                <a:moveTo>
                  <a:pt x="0" y="0"/>
                </a:moveTo>
                <a:lnTo>
                  <a:pt x="603504" y="0"/>
                </a:lnTo>
                <a:lnTo>
                  <a:pt x="603504" y="591312"/>
                </a:lnTo>
                <a:lnTo>
                  <a:pt x="1188720" y="591312"/>
                </a:lnTo>
                <a:lnTo>
                  <a:pt x="1188720" y="1188720"/>
                </a:lnTo>
                <a:lnTo>
                  <a:pt x="1767840" y="1188720"/>
                </a:lnTo>
                <a:lnTo>
                  <a:pt x="1767840" y="1780032"/>
                </a:lnTo>
                <a:lnTo>
                  <a:pt x="2371344" y="1780032"/>
                </a:lnTo>
                <a:lnTo>
                  <a:pt x="2371344" y="2340864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A957D5-1A55-4B70-ED03-9A8B147BC523}"/>
              </a:ext>
            </a:extLst>
          </p:cNvPr>
          <p:cNvSpPr/>
          <p:nvPr userDrawn="1"/>
        </p:nvSpPr>
        <p:spPr>
          <a:xfrm>
            <a:off x="11388625" y="59469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93339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3V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8413288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ru-RU" dirty="0"/>
            </a:br>
            <a:endParaRPr lang="ru-RU" dirty="0"/>
          </a:p>
        </p:txBody>
      </p:sp>
      <p:sp>
        <p:nvSpPr>
          <p:cNvPr id="2" name="Subtitle Placeholder 3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796340" y="3381410"/>
            <a:ext cx="2808284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1BB33A7-AC0A-22F9-E68F-635D94AC8929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>
          <a:xfrm>
            <a:off x="8796340" y="3938302"/>
            <a:ext cx="2808284" cy="23364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941BBE-605D-9DB9-A218-0FBD29EA4B84}"/>
              </a:ext>
            </a:extLst>
          </p:cNvPr>
          <p:cNvSpPr/>
          <p:nvPr userDrawn="1"/>
        </p:nvSpPr>
        <p:spPr>
          <a:xfrm>
            <a:off x="602628" y="6048757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Subtitle Placeholder 2">
            <a:extLst>
              <a:ext uri="{FF2B5EF4-FFF2-40B4-BE49-F238E27FC236}">
                <a16:creationId xmlns:a16="http://schemas.microsoft.com/office/drawing/2014/main" id="{D8776588-D30A-757F-A4F1-30069BE5C53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5"/>
            </p:custDataLst>
          </p:nvPr>
        </p:nvSpPr>
        <p:spPr>
          <a:xfrm>
            <a:off x="5049125" y="3381410"/>
            <a:ext cx="280800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603E703-FA17-23B9-59FB-EBB67AEAB33E}"/>
              </a:ext>
            </a:extLst>
          </p:cNvPr>
          <p:cNvSpPr>
            <a:spLocks noGrp="1"/>
          </p:cNvSpPr>
          <p:nvPr>
            <p:ph type="body" idx="38"/>
            <p:custDataLst>
              <p:tags r:id="rId6"/>
            </p:custDataLst>
          </p:nvPr>
        </p:nvSpPr>
        <p:spPr>
          <a:xfrm>
            <a:off x="5052364" y="3938302"/>
            <a:ext cx="2808000" cy="23364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ubtitle Placeholder 1">
            <a:extLst>
              <a:ext uri="{FF2B5EF4-FFF2-40B4-BE49-F238E27FC236}">
                <a16:creationId xmlns:a16="http://schemas.microsoft.com/office/drawing/2014/main" id="{1A1AB3AB-6BCD-3526-659F-E4CFAA05C2F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1308388" y="3378516"/>
            <a:ext cx="280800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4F7D2DE6-61BB-E75E-2FDD-54F93C376A74}"/>
              </a:ext>
            </a:extLst>
          </p:cNvPr>
          <p:cNvSpPr>
            <a:spLocks noGrp="1"/>
          </p:cNvSpPr>
          <p:nvPr>
            <p:ph type="body" idx="40"/>
            <p:custDataLst>
              <p:tags r:id="rId8"/>
            </p:custDataLst>
          </p:nvPr>
        </p:nvSpPr>
        <p:spPr>
          <a:xfrm>
            <a:off x="1308388" y="3935408"/>
            <a:ext cx="2808000" cy="2336139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43EB3E4-BEB1-7D78-79FA-0EDF77A4F0A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24909"/>
          <a:stretch>
            <a:fillRect/>
          </a:stretch>
        </p:blipFill>
        <p:spPr>
          <a:xfrm>
            <a:off x="9454183" y="0"/>
            <a:ext cx="2495169" cy="1304925"/>
          </a:xfrm>
          <a:prstGeom prst="rect">
            <a:avLst/>
          </a:pr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B0D6F76-BC17-BCDC-A96E-64B876ED5491}"/>
              </a:ext>
            </a:extLst>
          </p:cNvPr>
          <p:cNvSpPr/>
          <p:nvPr userDrawn="1"/>
        </p:nvSpPr>
        <p:spPr>
          <a:xfrm>
            <a:off x="8333772" y="2569582"/>
            <a:ext cx="3842795" cy="4276844"/>
          </a:xfrm>
          <a:custGeom>
            <a:avLst/>
            <a:gdLst>
              <a:gd name="connsiteX0" fmla="*/ 0 w 3842795"/>
              <a:gd name="connsiteY0" fmla="*/ 4548851 h 4548851"/>
              <a:gd name="connsiteX1" fmla="*/ 0 w 3842795"/>
              <a:gd name="connsiteY1" fmla="*/ 520861 h 4548851"/>
              <a:gd name="connsiteX2" fmla="*/ 3287210 w 3842795"/>
              <a:gd name="connsiteY2" fmla="*/ 520861 h 4548851"/>
              <a:gd name="connsiteX3" fmla="*/ 3287210 w 3842795"/>
              <a:gd name="connsiteY3" fmla="*/ 0 h 4548851"/>
              <a:gd name="connsiteX4" fmla="*/ 3842795 w 3842795"/>
              <a:gd name="connsiteY4" fmla="*/ 0 h 4548851"/>
              <a:gd name="connsiteX0" fmla="*/ 5080 w 3842795"/>
              <a:gd name="connsiteY0" fmla="*/ 4289771 h 4289771"/>
              <a:gd name="connsiteX1" fmla="*/ 0 w 3842795"/>
              <a:gd name="connsiteY1" fmla="*/ 520861 h 4289771"/>
              <a:gd name="connsiteX2" fmla="*/ 3287210 w 3842795"/>
              <a:gd name="connsiteY2" fmla="*/ 520861 h 4289771"/>
              <a:gd name="connsiteX3" fmla="*/ 3287210 w 3842795"/>
              <a:gd name="connsiteY3" fmla="*/ 0 h 4289771"/>
              <a:gd name="connsiteX4" fmla="*/ 3842795 w 3842795"/>
              <a:gd name="connsiteY4" fmla="*/ 0 h 4289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2795" h="4289771">
                <a:moveTo>
                  <a:pt x="5080" y="4289771"/>
                </a:moveTo>
                <a:cubicBezTo>
                  <a:pt x="3387" y="3033468"/>
                  <a:pt x="1693" y="1777164"/>
                  <a:pt x="0" y="520861"/>
                </a:cubicBezTo>
                <a:lnTo>
                  <a:pt x="3287210" y="520861"/>
                </a:lnTo>
                <a:lnTo>
                  <a:pt x="3287210" y="0"/>
                </a:lnTo>
                <a:lnTo>
                  <a:pt x="3842795" y="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9018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4V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941BBE-605D-9DB9-A218-0FBD29EA4B84}"/>
              </a:ext>
            </a:extLst>
          </p:cNvPr>
          <p:cNvSpPr/>
          <p:nvPr userDrawn="1"/>
        </p:nvSpPr>
        <p:spPr>
          <a:xfrm>
            <a:off x="11400200" y="57901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ubtitle Placeholder 4">
            <a:extLst>
              <a:ext uri="{FF2B5EF4-FFF2-40B4-BE49-F238E27FC236}">
                <a16:creationId xmlns:a16="http://schemas.microsoft.com/office/drawing/2014/main" id="{A1E335AE-38DB-8A8D-4EE7-C2A035318435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4317815" y="4094095"/>
            <a:ext cx="331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F04798-5D75-67F7-1E1E-2E41802AF49E}"/>
              </a:ext>
            </a:extLst>
          </p:cNvPr>
          <p:cNvSpPr>
            <a:spLocks noGrp="1"/>
          </p:cNvSpPr>
          <p:nvPr>
            <p:ph type="body" idx="36"/>
            <p:custDataLst>
              <p:tags r:id="rId3"/>
            </p:custDataLst>
          </p:nvPr>
        </p:nvSpPr>
        <p:spPr>
          <a:xfrm>
            <a:off x="4317815" y="4373988"/>
            <a:ext cx="3312000" cy="15876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117FF020-54BF-4518-B5F5-FE2388975C4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4"/>
            </p:custDataLst>
          </p:nvPr>
        </p:nvSpPr>
        <p:spPr>
          <a:xfrm>
            <a:off x="597535" y="4094095"/>
            <a:ext cx="331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250BEB-81E3-1998-DED5-13C23B46EF38}"/>
              </a:ext>
            </a:extLst>
          </p:cNvPr>
          <p:cNvSpPr>
            <a:spLocks noGrp="1"/>
          </p:cNvSpPr>
          <p:nvPr>
            <p:ph type="body" idx="38"/>
            <p:custDataLst>
              <p:tags r:id="rId5"/>
            </p:custDataLst>
          </p:nvPr>
        </p:nvSpPr>
        <p:spPr>
          <a:xfrm>
            <a:off x="600774" y="4373988"/>
            <a:ext cx="3312000" cy="1588242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3E9188C1-2198-9B7C-CD28-AAE970C7D14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6"/>
            </p:custDataLst>
          </p:nvPr>
        </p:nvSpPr>
        <p:spPr>
          <a:xfrm>
            <a:off x="4318827" y="1334776"/>
            <a:ext cx="331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BAF39D7-5059-3C8B-7367-5EAB69EC1E99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4318827" y="1614669"/>
            <a:ext cx="3312000" cy="2086840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8" name="Subtitle Placeholder 1">
            <a:extLst>
              <a:ext uri="{FF2B5EF4-FFF2-40B4-BE49-F238E27FC236}">
                <a16:creationId xmlns:a16="http://schemas.microsoft.com/office/drawing/2014/main" id="{BEC57B94-C82E-6209-A7AD-406BD10C247C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8"/>
            </p:custDataLst>
          </p:nvPr>
        </p:nvSpPr>
        <p:spPr>
          <a:xfrm>
            <a:off x="587375" y="1334776"/>
            <a:ext cx="331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8B7BF0CD-05CF-95FD-CE8C-40C956EAED63}"/>
              </a:ext>
            </a:extLst>
          </p:cNvPr>
          <p:cNvSpPr>
            <a:spLocks noGrp="1"/>
          </p:cNvSpPr>
          <p:nvPr>
            <p:ph type="body" idx="42"/>
            <p:custDataLst>
              <p:tags r:id="rId9"/>
            </p:custDataLst>
          </p:nvPr>
        </p:nvSpPr>
        <p:spPr>
          <a:xfrm>
            <a:off x="590614" y="1614669"/>
            <a:ext cx="3312000" cy="1588242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C3D8A83-309D-4A10-C2D8-7DCF0371082A}"/>
              </a:ext>
            </a:extLst>
          </p:cNvPr>
          <p:cNvSpPr/>
          <p:nvPr userDrawn="1"/>
        </p:nvSpPr>
        <p:spPr>
          <a:xfrm>
            <a:off x="600180" y="2540"/>
            <a:ext cx="8411633" cy="6852158"/>
          </a:xfrm>
          <a:custGeom>
            <a:avLst/>
            <a:gdLst>
              <a:gd name="connsiteX0" fmla="*/ 0 w 8437944"/>
              <a:gd name="connsiteY0" fmla="*/ 6852213 h 6852213"/>
              <a:gd name="connsiteX1" fmla="*/ 0 w 8437944"/>
              <a:gd name="connsiteY1" fmla="*/ 6296628 h 6852213"/>
              <a:gd name="connsiteX2" fmla="*/ 7292051 w 8437944"/>
              <a:gd name="connsiteY2" fmla="*/ 6296628 h 6852213"/>
              <a:gd name="connsiteX3" fmla="*/ 7292051 w 8437944"/>
              <a:gd name="connsiteY3" fmla="*/ 810228 h 6852213"/>
              <a:gd name="connsiteX4" fmla="*/ 7720314 w 8437944"/>
              <a:gd name="connsiteY4" fmla="*/ 810228 h 6852213"/>
              <a:gd name="connsiteX5" fmla="*/ 7720314 w 8437944"/>
              <a:gd name="connsiteY5" fmla="*/ 590309 h 6852213"/>
              <a:gd name="connsiteX6" fmla="*/ 8437944 w 8437944"/>
              <a:gd name="connsiteY6" fmla="*/ 590309 h 6852213"/>
              <a:gd name="connsiteX7" fmla="*/ 8437944 w 8437944"/>
              <a:gd name="connsiteY7" fmla="*/ 0 h 6852213"/>
              <a:gd name="connsiteX0" fmla="*/ 0 w 8437944"/>
              <a:gd name="connsiteY0" fmla="*/ 6871281 h 6871281"/>
              <a:gd name="connsiteX1" fmla="*/ 0 w 8437944"/>
              <a:gd name="connsiteY1" fmla="*/ 6296628 h 6871281"/>
              <a:gd name="connsiteX2" fmla="*/ 7292051 w 8437944"/>
              <a:gd name="connsiteY2" fmla="*/ 6296628 h 6871281"/>
              <a:gd name="connsiteX3" fmla="*/ 7292051 w 8437944"/>
              <a:gd name="connsiteY3" fmla="*/ 810228 h 6871281"/>
              <a:gd name="connsiteX4" fmla="*/ 7720314 w 8437944"/>
              <a:gd name="connsiteY4" fmla="*/ 810228 h 6871281"/>
              <a:gd name="connsiteX5" fmla="*/ 7720314 w 8437944"/>
              <a:gd name="connsiteY5" fmla="*/ 590309 h 6871281"/>
              <a:gd name="connsiteX6" fmla="*/ 8437944 w 8437944"/>
              <a:gd name="connsiteY6" fmla="*/ 590309 h 6871281"/>
              <a:gd name="connsiteX7" fmla="*/ 8437944 w 8437944"/>
              <a:gd name="connsiteY7" fmla="*/ 0 h 6871281"/>
              <a:gd name="connsiteX0" fmla="*/ 0 w 8437944"/>
              <a:gd name="connsiteY0" fmla="*/ 6858569 h 6858569"/>
              <a:gd name="connsiteX1" fmla="*/ 0 w 8437944"/>
              <a:gd name="connsiteY1" fmla="*/ 6283916 h 6858569"/>
              <a:gd name="connsiteX2" fmla="*/ 7292051 w 8437944"/>
              <a:gd name="connsiteY2" fmla="*/ 6283916 h 6858569"/>
              <a:gd name="connsiteX3" fmla="*/ 7292051 w 8437944"/>
              <a:gd name="connsiteY3" fmla="*/ 797516 h 6858569"/>
              <a:gd name="connsiteX4" fmla="*/ 7720314 w 8437944"/>
              <a:gd name="connsiteY4" fmla="*/ 797516 h 6858569"/>
              <a:gd name="connsiteX5" fmla="*/ 7720314 w 8437944"/>
              <a:gd name="connsiteY5" fmla="*/ 577597 h 6858569"/>
              <a:gd name="connsiteX6" fmla="*/ 8437944 w 8437944"/>
              <a:gd name="connsiteY6" fmla="*/ 577597 h 6858569"/>
              <a:gd name="connsiteX7" fmla="*/ 8437944 w 8437944"/>
              <a:gd name="connsiteY7" fmla="*/ 0 h 6858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37944" h="6858569">
                <a:moveTo>
                  <a:pt x="0" y="6858569"/>
                </a:moveTo>
                <a:lnTo>
                  <a:pt x="0" y="6283916"/>
                </a:lnTo>
                <a:lnTo>
                  <a:pt x="7292051" y="6283916"/>
                </a:lnTo>
                <a:lnTo>
                  <a:pt x="7292051" y="797516"/>
                </a:lnTo>
                <a:lnTo>
                  <a:pt x="7720314" y="797516"/>
                </a:lnTo>
                <a:lnTo>
                  <a:pt x="7720314" y="577597"/>
                </a:lnTo>
                <a:lnTo>
                  <a:pt x="8437944" y="577597"/>
                </a:lnTo>
                <a:lnTo>
                  <a:pt x="8437944" y="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2DE7C3-8FFF-94E0-3D3E-E15C70357F7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8087188" y="1334776"/>
            <a:ext cx="3529012" cy="443198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64865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4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941BBE-605D-9DB9-A218-0FBD29EA4B84}"/>
              </a:ext>
            </a:extLst>
          </p:cNvPr>
          <p:cNvSpPr/>
          <p:nvPr userDrawn="1"/>
        </p:nvSpPr>
        <p:spPr>
          <a:xfrm>
            <a:off x="11400200" y="57901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ubtitle Placeholder 4">
            <a:extLst>
              <a:ext uri="{FF2B5EF4-FFF2-40B4-BE49-F238E27FC236}">
                <a16:creationId xmlns:a16="http://schemas.microsoft.com/office/drawing/2014/main" id="{A1E335AE-38DB-8A8D-4EE7-C2A035318435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4317815" y="4094095"/>
            <a:ext cx="331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F04798-5D75-67F7-1E1E-2E41802AF49E}"/>
              </a:ext>
            </a:extLst>
          </p:cNvPr>
          <p:cNvSpPr>
            <a:spLocks noGrp="1"/>
          </p:cNvSpPr>
          <p:nvPr>
            <p:ph type="body" idx="36"/>
            <p:custDataLst>
              <p:tags r:id="rId3"/>
            </p:custDataLst>
          </p:nvPr>
        </p:nvSpPr>
        <p:spPr>
          <a:xfrm>
            <a:off x="4317815" y="4373988"/>
            <a:ext cx="3312000" cy="15876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117FF020-54BF-4518-B5F5-FE2388975C4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4"/>
            </p:custDataLst>
          </p:nvPr>
        </p:nvSpPr>
        <p:spPr>
          <a:xfrm>
            <a:off x="597535" y="4094095"/>
            <a:ext cx="331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250BEB-81E3-1998-DED5-13C23B46EF38}"/>
              </a:ext>
            </a:extLst>
          </p:cNvPr>
          <p:cNvSpPr>
            <a:spLocks noGrp="1"/>
          </p:cNvSpPr>
          <p:nvPr>
            <p:ph type="body" idx="38"/>
            <p:custDataLst>
              <p:tags r:id="rId5"/>
            </p:custDataLst>
          </p:nvPr>
        </p:nvSpPr>
        <p:spPr>
          <a:xfrm>
            <a:off x="600774" y="4373988"/>
            <a:ext cx="3312000" cy="1588242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3E9188C1-2198-9B7C-CD28-AAE970C7D14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6"/>
            </p:custDataLst>
          </p:nvPr>
        </p:nvSpPr>
        <p:spPr>
          <a:xfrm>
            <a:off x="4318827" y="1334776"/>
            <a:ext cx="331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BAF39D7-5059-3C8B-7367-5EAB69EC1E99}"/>
              </a:ext>
            </a:extLst>
          </p:cNvPr>
          <p:cNvSpPr>
            <a:spLocks noGrp="1"/>
          </p:cNvSpPr>
          <p:nvPr>
            <p:ph type="body" idx="40"/>
            <p:custDataLst>
              <p:tags r:id="rId7"/>
            </p:custDataLst>
          </p:nvPr>
        </p:nvSpPr>
        <p:spPr>
          <a:xfrm>
            <a:off x="4318827" y="1614669"/>
            <a:ext cx="3312000" cy="1588242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 1">
            <a:extLst>
              <a:ext uri="{FF2B5EF4-FFF2-40B4-BE49-F238E27FC236}">
                <a16:creationId xmlns:a16="http://schemas.microsoft.com/office/drawing/2014/main" id="{BEC57B94-C82E-6209-A7AD-406BD10C247C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8"/>
            </p:custDataLst>
          </p:nvPr>
        </p:nvSpPr>
        <p:spPr>
          <a:xfrm>
            <a:off x="587375" y="1334776"/>
            <a:ext cx="331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8B7BF0CD-05CF-95FD-CE8C-40C956EAED63}"/>
              </a:ext>
            </a:extLst>
          </p:cNvPr>
          <p:cNvSpPr>
            <a:spLocks noGrp="1"/>
          </p:cNvSpPr>
          <p:nvPr>
            <p:ph type="body" idx="42"/>
            <p:custDataLst>
              <p:tags r:id="rId9"/>
            </p:custDataLst>
          </p:nvPr>
        </p:nvSpPr>
        <p:spPr>
          <a:xfrm>
            <a:off x="590614" y="1614669"/>
            <a:ext cx="3312000" cy="1588242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C3D8A83-309D-4A10-C2D8-7DCF0371082A}"/>
              </a:ext>
            </a:extLst>
          </p:cNvPr>
          <p:cNvSpPr/>
          <p:nvPr userDrawn="1"/>
        </p:nvSpPr>
        <p:spPr>
          <a:xfrm>
            <a:off x="600180" y="2540"/>
            <a:ext cx="8411633" cy="6852158"/>
          </a:xfrm>
          <a:custGeom>
            <a:avLst/>
            <a:gdLst>
              <a:gd name="connsiteX0" fmla="*/ 0 w 8437944"/>
              <a:gd name="connsiteY0" fmla="*/ 6852213 h 6852213"/>
              <a:gd name="connsiteX1" fmla="*/ 0 w 8437944"/>
              <a:gd name="connsiteY1" fmla="*/ 6296628 h 6852213"/>
              <a:gd name="connsiteX2" fmla="*/ 7292051 w 8437944"/>
              <a:gd name="connsiteY2" fmla="*/ 6296628 h 6852213"/>
              <a:gd name="connsiteX3" fmla="*/ 7292051 w 8437944"/>
              <a:gd name="connsiteY3" fmla="*/ 810228 h 6852213"/>
              <a:gd name="connsiteX4" fmla="*/ 7720314 w 8437944"/>
              <a:gd name="connsiteY4" fmla="*/ 810228 h 6852213"/>
              <a:gd name="connsiteX5" fmla="*/ 7720314 w 8437944"/>
              <a:gd name="connsiteY5" fmla="*/ 590309 h 6852213"/>
              <a:gd name="connsiteX6" fmla="*/ 8437944 w 8437944"/>
              <a:gd name="connsiteY6" fmla="*/ 590309 h 6852213"/>
              <a:gd name="connsiteX7" fmla="*/ 8437944 w 8437944"/>
              <a:gd name="connsiteY7" fmla="*/ 0 h 6852213"/>
              <a:gd name="connsiteX0" fmla="*/ 0 w 8437944"/>
              <a:gd name="connsiteY0" fmla="*/ 6871281 h 6871281"/>
              <a:gd name="connsiteX1" fmla="*/ 0 w 8437944"/>
              <a:gd name="connsiteY1" fmla="*/ 6296628 h 6871281"/>
              <a:gd name="connsiteX2" fmla="*/ 7292051 w 8437944"/>
              <a:gd name="connsiteY2" fmla="*/ 6296628 h 6871281"/>
              <a:gd name="connsiteX3" fmla="*/ 7292051 w 8437944"/>
              <a:gd name="connsiteY3" fmla="*/ 810228 h 6871281"/>
              <a:gd name="connsiteX4" fmla="*/ 7720314 w 8437944"/>
              <a:gd name="connsiteY4" fmla="*/ 810228 h 6871281"/>
              <a:gd name="connsiteX5" fmla="*/ 7720314 w 8437944"/>
              <a:gd name="connsiteY5" fmla="*/ 590309 h 6871281"/>
              <a:gd name="connsiteX6" fmla="*/ 8437944 w 8437944"/>
              <a:gd name="connsiteY6" fmla="*/ 590309 h 6871281"/>
              <a:gd name="connsiteX7" fmla="*/ 8437944 w 8437944"/>
              <a:gd name="connsiteY7" fmla="*/ 0 h 6871281"/>
              <a:gd name="connsiteX0" fmla="*/ 0 w 8437944"/>
              <a:gd name="connsiteY0" fmla="*/ 6858569 h 6858569"/>
              <a:gd name="connsiteX1" fmla="*/ 0 w 8437944"/>
              <a:gd name="connsiteY1" fmla="*/ 6283916 h 6858569"/>
              <a:gd name="connsiteX2" fmla="*/ 7292051 w 8437944"/>
              <a:gd name="connsiteY2" fmla="*/ 6283916 h 6858569"/>
              <a:gd name="connsiteX3" fmla="*/ 7292051 w 8437944"/>
              <a:gd name="connsiteY3" fmla="*/ 797516 h 6858569"/>
              <a:gd name="connsiteX4" fmla="*/ 7720314 w 8437944"/>
              <a:gd name="connsiteY4" fmla="*/ 797516 h 6858569"/>
              <a:gd name="connsiteX5" fmla="*/ 7720314 w 8437944"/>
              <a:gd name="connsiteY5" fmla="*/ 577597 h 6858569"/>
              <a:gd name="connsiteX6" fmla="*/ 8437944 w 8437944"/>
              <a:gd name="connsiteY6" fmla="*/ 577597 h 6858569"/>
              <a:gd name="connsiteX7" fmla="*/ 8437944 w 8437944"/>
              <a:gd name="connsiteY7" fmla="*/ 0 h 6858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37944" h="6858569">
                <a:moveTo>
                  <a:pt x="0" y="6858569"/>
                </a:moveTo>
                <a:lnTo>
                  <a:pt x="0" y="6283916"/>
                </a:lnTo>
                <a:lnTo>
                  <a:pt x="7292051" y="6283916"/>
                </a:lnTo>
                <a:lnTo>
                  <a:pt x="7292051" y="797516"/>
                </a:lnTo>
                <a:lnTo>
                  <a:pt x="7720314" y="797516"/>
                </a:lnTo>
                <a:lnTo>
                  <a:pt x="7720314" y="577597"/>
                </a:lnTo>
                <a:lnTo>
                  <a:pt x="8437944" y="577597"/>
                </a:lnTo>
                <a:lnTo>
                  <a:pt x="8437944" y="0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2DE7C3-8FFF-94E0-3D3E-E15C70357F7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8087188" y="1334776"/>
            <a:ext cx="3529012" cy="443198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08880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11005676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 5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075613" y="2597399"/>
            <a:ext cx="3529370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Subtitle Placeholder 7">
            <a:extLst>
              <a:ext uri="{FF2B5EF4-FFF2-40B4-BE49-F238E27FC236}">
                <a16:creationId xmlns:a16="http://schemas.microsoft.com/office/drawing/2014/main" id="{D8776588-D30A-757F-A4F1-30069BE5C53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4"/>
            </p:custDataLst>
          </p:nvPr>
        </p:nvSpPr>
        <p:spPr>
          <a:xfrm>
            <a:off x="8075612" y="4488363"/>
            <a:ext cx="3529013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ubtitle Placeholder 6">
            <a:extLst>
              <a:ext uri="{FF2B5EF4-FFF2-40B4-BE49-F238E27FC236}">
                <a16:creationId xmlns:a16="http://schemas.microsoft.com/office/drawing/2014/main" id="{1A1AB3AB-6BCD-3526-659F-E4CFAA05C2F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8075612" y="3542881"/>
            <a:ext cx="3529013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ubtitle Placeholder 8">
            <a:extLst>
              <a:ext uri="{FF2B5EF4-FFF2-40B4-BE49-F238E27FC236}">
                <a16:creationId xmlns:a16="http://schemas.microsoft.com/office/drawing/2014/main" id="{65907F9C-0018-5C21-CDB3-95B33C4540FD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6"/>
            </p:custDataLst>
          </p:nvPr>
        </p:nvSpPr>
        <p:spPr>
          <a:xfrm>
            <a:off x="8075612" y="5433846"/>
            <a:ext cx="3529013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Subtitle Placeholder 1">
            <a:extLst>
              <a:ext uri="{FF2B5EF4-FFF2-40B4-BE49-F238E27FC236}">
                <a16:creationId xmlns:a16="http://schemas.microsoft.com/office/drawing/2014/main" id="{C5253199-DFD4-61C3-389E-405F54432357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7"/>
            </p:custDataLst>
          </p:nvPr>
        </p:nvSpPr>
        <p:spPr>
          <a:xfrm>
            <a:off x="3395664" y="2597701"/>
            <a:ext cx="3529370" cy="830997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 3">
            <a:extLst>
              <a:ext uri="{FF2B5EF4-FFF2-40B4-BE49-F238E27FC236}">
                <a16:creationId xmlns:a16="http://schemas.microsoft.com/office/drawing/2014/main" id="{639CB076-BB40-91B8-334F-9C320B794D26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8"/>
            </p:custDataLst>
          </p:nvPr>
        </p:nvSpPr>
        <p:spPr>
          <a:xfrm>
            <a:off x="3395663" y="4488162"/>
            <a:ext cx="3529013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Subtitle Placeholder 2">
            <a:extLst>
              <a:ext uri="{FF2B5EF4-FFF2-40B4-BE49-F238E27FC236}">
                <a16:creationId xmlns:a16="http://schemas.microsoft.com/office/drawing/2014/main" id="{71C0A5F6-1EEF-F591-1175-521EA370098C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9"/>
            </p:custDataLst>
          </p:nvPr>
        </p:nvSpPr>
        <p:spPr>
          <a:xfrm>
            <a:off x="3395663" y="3542479"/>
            <a:ext cx="3529013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Subtitle Placeholder 4">
            <a:extLst>
              <a:ext uri="{FF2B5EF4-FFF2-40B4-BE49-F238E27FC236}">
                <a16:creationId xmlns:a16="http://schemas.microsoft.com/office/drawing/2014/main" id="{C5C2F10E-0157-8884-8FD8-74AD3A2EEB6A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0"/>
            </p:custDataLst>
          </p:nvPr>
        </p:nvSpPr>
        <p:spPr>
          <a:xfrm>
            <a:off x="3395663" y="5433846"/>
            <a:ext cx="3529013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49CCD1-E851-5798-E0BC-D33E46BCC4B9}"/>
              </a:ext>
            </a:extLst>
          </p:cNvPr>
          <p:cNvCxnSpPr>
            <a:cxnSpLocks/>
          </p:cNvCxnSpPr>
          <p:nvPr userDrawn="1"/>
        </p:nvCxnSpPr>
        <p:spPr>
          <a:xfrm>
            <a:off x="3179764" y="3007484"/>
            <a:ext cx="0" cy="3850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5E052EFF-4E94-CF44-922F-853DFEA3B93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6792" t="7864" r="33667" b="30650"/>
          <a:stretch>
            <a:fillRect/>
          </a:stretch>
        </p:blipFill>
        <p:spPr>
          <a:xfrm>
            <a:off x="0" y="5511996"/>
            <a:ext cx="1273724" cy="134600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62326A-A52E-1808-2BD4-EEE75E91DA8B}"/>
              </a:ext>
            </a:extLst>
          </p:cNvPr>
          <p:cNvCxnSpPr>
            <a:cxnSpLocks/>
          </p:cNvCxnSpPr>
          <p:nvPr userDrawn="1"/>
        </p:nvCxnSpPr>
        <p:spPr>
          <a:xfrm flipH="1">
            <a:off x="2963763" y="3013199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2A97F5-81F9-F8D6-7E56-AC768A7F81EF}"/>
              </a:ext>
            </a:extLst>
          </p:cNvPr>
          <p:cNvCxnSpPr>
            <a:cxnSpLocks/>
          </p:cNvCxnSpPr>
          <p:nvPr userDrawn="1"/>
        </p:nvCxnSpPr>
        <p:spPr>
          <a:xfrm flipH="1">
            <a:off x="7643713" y="3013199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127EEA-E456-FBA9-485D-A576FB83A8C9}"/>
              </a:ext>
            </a:extLst>
          </p:cNvPr>
          <p:cNvCxnSpPr>
            <a:cxnSpLocks/>
          </p:cNvCxnSpPr>
          <p:nvPr userDrawn="1"/>
        </p:nvCxnSpPr>
        <p:spPr>
          <a:xfrm flipH="1">
            <a:off x="2963763" y="5849646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3A1736-FC26-CD95-2E0A-D72FEE545635}"/>
              </a:ext>
            </a:extLst>
          </p:cNvPr>
          <p:cNvCxnSpPr>
            <a:cxnSpLocks/>
          </p:cNvCxnSpPr>
          <p:nvPr userDrawn="1"/>
        </p:nvCxnSpPr>
        <p:spPr>
          <a:xfrm flipH="1">
            <a:off x="7643713" y="5849646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FB9563-5F25-3F47-D5BD-4CF85C7AAF73}"/>
              </a:ext>
            </a:extLst>
          </p:cNvPr>
          <p:cNvCxnSpPr>
            <a:cxnSpLocks/>
          </p:cNvCxnSpPr>
          <p:nvPr userDrawn="1"/>
        </p:nvCxnSpPr>
        <p:spPr>
          <a:xfrm flipH="1">
            <a:off x="7643713" y="4904163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89EB0C-1516-DF59-EE12-79F69C86BF2E}"/>
              </a:ext>
            </a:extLst>
          </p:cNvPr>
          <p:cNvCxnSpPr>
            <a:cxnSpLocks/>
          </p:cNvCxnSpPr>
          <p:nvPr userDrawn="1"/>
        </p:nvCxnSpPr>
        <p:spPr>
          <a:xfrm flipH="1">
            <a:off x="7643713" y="3958681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A25EF4-A5B2-6035-9AE6-C51B08BCA47F}"/>
              </a:ext>
            </a:extLst>
          </p:cNvPr>
          <p:cNvCxnSpPr>
            <a:cxnSpLocks/>
          </p:cNvCxnSpPr>
          <p:nvPr userDrawn="1"/>
        </p:nvCxnSpPr>
        <p:spPr>
          <a:xfrm flipH="1">
            <a:off x="2963763" y="3958681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A9A10E-D05B-7DC1-27C7-B4DA43AAD417}"/>
              </a:ext>
            </a:extLst>
          </p:cNvPr>
          <p:cNvCxnSpPr>
            <a:cxnSpLocks/>
          </p:cNvCxnSpPr>
          <p:nvPr userDrawn="1"/>
        </p:nvCxnSpPr>
        <p:spPr>
          <a:xfrm flipH="1">
            <a:off x="2963763" y="4904163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9E308F6-66F9-303C-485F-FAE9DD176E8B}"/>
              </a:ext>
            </a:extLst>
          </p:cNvPr>
          <p:cNvSpPr/>
          <p:nvPr userDrawn="1"/>
        </p:nvSpPr>
        <p:spPr>
          <a:xfrm>
            <a:off x="8075613" y="592552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B2109D-2177-B86E-A834-57FD758E5DA9}"/>
              </a:ext>
            </a:extLst>
          </p:cNvPr>
          <p:cNvCxnSpPr>
            <a:cxnSpLocks/>
          </p:cNvCxnSpPr>
          <p:nvPr userDrawn="1"/>
        </p:nvCxnSpPr>
        <p:spPr>
          <a:xfrm>
            <a:off x="7865183" y="3007484"/>
            <a:ext cx="0" cy="3850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3406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V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50" y="1334776"/>
            <a:ext cx="5172518" cy="2215991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 1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6420432" y="2597399"/>
            <a:ext cx="5184189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Subtitle Placeholder 3">
            <a:extLst>
              <a:ext uri="{FF2B5EF4-FFF2-40B4-BE49-F238E27FC236}">
                <a16:creationId xmlns:a16="http://schemas.microsoft.com/office/drawing/2014/main" id="{D8776588-D30A-757F-A4F1-30069BE5C53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4"/>
            </p:custDataLst>
          </p:nvPr>
        </p:nvSpPr>
        <p:spPr>
          <a:xfrm>
            <a:off x="6420432" y="4488363"/>
            <a:ext cx="5183665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ubtitle Placeholder 2">
            <a:extLst>
              <a:ext uri="{FF2B5EF4-FFF2-40B4-BE49-F238E27FC236}">
                <a16:creationId xmlns:a16="http://schemas.microsoft.com/office/drawing/2014/main" id="{1A1AB3AB-6BCD-3526-659F-E4CFAA05C2F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6420432" y="3542881"/>
            <a:ext cx="5183665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ubtitle Placeholder 4">
            <a:extLst>
              <a:ext uri="{FF2B5EF4-FFF2-40B4-BE49-F238E27FC236}">
                <a16:creationId xmlns:a16="http://schemas.microsoft.com/office/drawing/2014/main" id="{65907F9C-0018-5C21-CDB3-95B33C4540FD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6"/>
            </p:custDataLst>
          </p:nvPr>
        </p:nvSpPr>
        <p:spPr>
          <a:xfrm>
            <a:off x="6420432" y="5433846"/>
            <a:ext cx="5183665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3390C-E55B-872D-0883-87790CE8F35C}"/>
              </a:ext>
            </a:extLst>
          </p:cNvPr>
          <p:cNvCxnSpPr>
            <a:cxnSpLocks/>
          </p:cNvCxnSpPr>
          <p:nvPr userDrawn="1"/>
        </p:nvCxnSpPr>
        <p:spPr>
          <a:xfrm>
            <a:off x="6204533" y="3007484"/>
            <a:ext cx="0" cy="385051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5E052EFF-4E94-CF44-922F-853DFEA3B93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6792" t="7864" r="33667" b="30650"/>
          <a:stretch>
            <a:fillRect/>
          </a:stretch>
        </p:blipFill>
        <p:spPr>
          <a:xfrm>
            <a:off x="0" y="5511996"/>
            <a:ext cx="1273724" cy="134600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2A97F5-81F9-F8D6-7E56-AC768A7F81EF}"/>
              </a:ext>
            </a:extLst>
          </p:cNvPr>
          <p:cNvCxnSpPr>
            <a:cxnSpLocks/>
          </p:cNvCxnSpPr>
          <p:nvPr userDrawn="1"/>
        </p:nvCxnSpPr>
        <p:spPr>
          <a:xfrm flipH="1">
            <a:off x="5988533" y="3013199"/>
            <a:ext cx="2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3A1736-FC26-CD95-2E0A-D72FEE545635}"/>
              </a:ext>
            </a:extLst>
          </p:cNvPr>
          <p:cNvCxnSpPr>
            <a:cxnSpLocks/>
          </p:cNvCxnSpPr>
          <p:nvPr userDrawn="1"/>
        </p:nvCxnSpPr>
        <p:spPr>
          <a:xfrm flipH="1">
            <a:off x="5988533" y="5849646"/>
            <a:ext cx="2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FB9563-5F25-3F47-D5BD-4CF85C7AAF73}"/>
              </a:ext>
            </a:extLst>
          </p:cNvPr>
          <p:cNvCxnSpPr>
            <a:cxnSpLocks/>
          </p:cNvCxnSpPr>
          <p:nvPr userDrawn="1"/>
        </p:nvCxnSpPr>
        <p:spPr>
          <a:xfrm flipH="1">
            <a:off x="5988533" y="4904163"/>
            <a:ext cx="2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89EB0C-1516-DF59-EE12-79F69C86BF2E}"/>
              </a:ext>
            </a:extLst>
          </p:cNvPr>
          <p:cNvCxnSpPr>
            <a:cxnSpLocks/>
          </p:cNvCxnSpPr>
          <p:nvPr userDrawn="1"/>
        </p:nvCxnSpPr>
        <p:spPr>
          <a:xfrm flipH="1">
            <a:off x="5988533" y="3958681"/>
            <a:ext cx="2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9E308F6-66F9-303C-485F-FAE9DD176E8B}"/>
              </a:ext>
            </a:extLst>
          </p:cNvPr>
          <p:cNvSpPr/>
          <p:nvPr userDrawn="1"/>
        </p:nvSpPr>
        <p:spPr>
          <a:xfrm>
            <a:off x="11400200" y="592552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2916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7260764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  <a:endParaRPr lang="ru-RU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6901445" y="2531487"/>
            <a:ext cx="4480263" cy="10908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A1AB3AB-6BCD-3526-659F-E4CFAA05C2F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4"/>
            </p:custDataLst>
          </p:nvPr>
        </p:nvSpPr>
        <p:spPr>
          <a:xfrm>
            <a:off x="6901445" y="3849182"/>
            <a:ext cx="4479809" cy="10908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C5253199-DFD4-61C3-389E-405F54432357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5"/>
            </p:custDataLst>
          </p:nvPr>
        </p:nvSpPr>
        <p:spPr>
          <a:xfrm>
            <a:off x="810292" y="2531788"/>
            <a:ext cx="4480263" cy="1089644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39CB076-BB40-91B8-334F-9C320B794D26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6"/>
            </p:custDataLst>
          </p:nvPr>
        </p:nvSpPr>
        <p:spPr>
          <a:xfrm>
            <a:off x="810292" y="5171425"/>
            <a:ext cx="4479809" cy="10908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1C0A5F6-1EEF-F591-1175-521EA370098C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7"/>
            </p:custDataLst>
          </p:nvPr>
        </p:nvSpPr>
        <p:spPr>
          <a:xfrm>
            <a:off x="810292" y="3850413"/>
            <a:ext cx="4479809" cy="10908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62326A-A52E-1808-2BD4-EEE75E91DA8B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2512119"/>
            <a:ext cx="11016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739CED-8A6F-B624-477F-E545A8171F84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3850413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54CAE1-A54E-EF9C-50DF-95AA8196615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5171425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C6CA092C-99E5-98B4-8AF3-12357F02059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16382"/>
          <a:stretch>
            <a:fillRect/>
          </a:stretch>
        </p:blipFill>
        <p:spPr>
          <a:xfrm>
            <a:off x="10120885" y="-1"/>
            <a:ext cx="1807832" cy="1708833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C7F936D0-7900-72C0-2707-F28D56D07190}"/>
              </a:ext>
            </a:extLst>
          </p:cNvPr>
          <p:cNvSpPr/>
          <p:nvPr userDrawn="1"/>
        </p:nvSpPr>
        <p:spPr>
          <a:xfrm>
            <a:off x="6901445" y="606227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230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V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7260764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  <a:endParaRPr lang="ru-RU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6901445" y="2531487"/>
            <a:ext cx="4480263" cy="10908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 b="0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A1AB3AB-6BCD-3526-659F-E4CFAA05C2F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4"/>
            </p:custDataLst>
          </p:nvPr>
        </p:nvSpPr>
        <p:spPr>
          <a:xfrm>
            <a:off x="6901445" y="3849182"/>
            <a:ext cx="4479809" cy="10908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 b="0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C5253199-DFD4-61C3-389E-405F54432357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5"/>
            </p:custDataLst>
          </p:nvPr>
        </p:nvSpPr>
        <p:spPr>
          <a:xfrm>
            <a:off x="810292" y="2531788"/>
            <a:ext cx="4480263" cy="1089644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 b="0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39CB076-BB40-91B8-334F-9C320B794D26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6"/>
            </p:custDataLst>
          </p:nvPr>
        </p:nvSpPr>
        <p:spPr>
          <a:xfrm>
            <a:off x="810292" y="5171425"/>
            <a:ext cx="4479809" cy="10908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 b="0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1C0A5F6-1EEF-F591-1175-521EA370098C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7"/>
            </p:custDataLst>
          </p:nvPr>
        </p:nvSpPr>
        <p:spPr>
          <a:xfrm>
            <a:off x="810292" y="3850413"/>
            <a:ext cx="4479809" cy="10908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 b="0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62326A-A52E-1808-2BD4-EEE75E91DA8B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2512119"/>
            <a:ext cx="110160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739CED-8A6F-B624-477F-E545A8171F84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3850413"/>
            <a:ext cx="110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54CAE1-A54E-EF9C-50DF-95AA8196615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5171425"/>
            <a:ext cx="110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C6CA092C-99E5-98B4-8AF3-12357F02059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16382"/>
          <a:stretch>
            <a:fillRect/>
          </a:stretch>
        </p:blipFill>
        <p:spPr>
          <a:xfrm>
            <a:off x="10120885" y="-1"/>
            <a:ext cx="1807832" cy="1708833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C7F936D0-7900-72C0-2707-F28D56D07190}"/>
              </a:ext>
            </a:extLst>
          </p:cNvPr>
          <p:cNvSpPr/>
          <p:nvPr userDrawn="1"/>
        </p:nvSpPr>
        <p:spPr>
          <a:xfrm>
            <a:off x="6901445" y="606227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8049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A073F215-6172-5CD8-D807-85F47361011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8949" y="1334776"/>
            <a:ext cx="11005676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B168F5EB-2E0D-CA5E-1855-88E69A727A03}"/>
              </a:ext>
            </a:extLst>
          </p:cNvPr>
          <p:cNvSpPr>
            <a:spLocks noGrp="1"/>
          </p:cNvSpPr>
          <p:nvPr>
            <p:ph type="body" idx="38"/>
            <p:custDataLst>
              <p:tags r:id="rId3"/>
            </p:custDataLst>
          </p:nvPr>
        </p:nvSpPr>
        <p:spPr>
          <a:xfrm>
            <a:off x="600774" y="2310234"/>
            <a:ext cx="2578989" cy="1977786"/>
          </a:xfrm>
        </p:spPr>
        <p:txBody>
          <a:bodyPr wrap="square" lIns="0" tIns="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">
            <a:extLst>
              <a:ext uri="{FF2B5EF4-FFF2-40B4-BE49-F238E27FC236}">
                <a16:creationId xmlns:a16="http://schemas.microsoft.com/office/drawing/2014/main" id="{ADABD970-B6C6-DF2A-8702-B9FEA923EBEA}"/>
              </a:ext>
            </a:extLst>
          </p:cNvPr>
          <p:cNvSpPr>
            <a:spLocks noGrp="1"/>
          </p:cNvSpPr>
          <p:nvPr>
            <p:ph type="tbl" sz="quarter" idx="30"/>
          </p:nvPr>
        </p:nvSpPr>
        <p:spPr>
          <a:xfrm>
            <a:off x="3611663" y="2310234"/>
            <a:ext cx="7992962" cy="3981464"/>
          </a:xfrm>
        </p:spPr>
        <p:txBody>
          <a:bodyPr anchor="t" anchorCtr="0"/>
          <a:lstStyle/>
          <a:p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F023AD-7A9E-4EB0-7C4C-44277E8B5182}"/>
              </a:ext>
            </a:extLst>
          </p:cNvPr>
          <p:cNvSpPr/>
          <p:nvPr userDrawn="1"/>
        </p:nvSpPr>
        <p:spPr>
          <a:xfrm>
            <a:off x="11169972" y="57901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Straight Connector Hor">
            <a:extLst>
              <a:ext uri="{FF2B5EF4-FFF2-40B4-BE49-F238E27FC236}">
                <a16:creationId xmlns:a16="http://schemas.microsoft.com/office/drawing/2014/main" id="{C80E5DCD-F598-6EAE-35DC-0E1162EEA5C0}"/>
              </a:ext>
            </a:extLst>
          </p:cNvPr>
          <p:cNvCxnSpPr>
            <a:cxnSpLocks/>
          </p:cNvCxnSpPr>
          <p:nvPr userDrawn="1"/>
        </p:nvCxnSpPr>
        <p:spPr>
          <a:xfrm>
            <a:off x="-6477" y="5697338"/>
            <a:ext cx="603504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Ver">
            <a:extLst>
              <a:ext uri="{FF2B5EF4-FFF2-40B4-BE49-F238E27FC236}">
                <a16:creationId xmlns:a16="http://schemas.microsoft.com/office/drawing/2014/main" id="{94CDFB4C-80DC-7106-CE3D-EB2785949B36}"/>
              </a:ext>
            </a:extLst>
          </p:cNvPr>
          <p:cNvCxnSpPr>
            <a:cxnSpLocks/>
          </p:cNvCxnSpPr>
          <p:nvPr userDrawn="1"/>
        </p:nvCxnSpPr>
        <p:spPr>
          <a:xfrm>
            <a:off x="591312" y="5697338"/>
            <a:ext cx="0" cy="59760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Hor">
            <a:extLst>
              <a:ext uri="{FF2B5EF4-FFF2-40B4-BE49-F238E27FC236}">
                <a16:creationId xmlns:a16="http://schemas.microsoft.com/office/drawing/2014/main" id="{5B59C161-0682-3D4C-D96B-25FF3A35CD76}"/>
              </a:ext>
            </a:extLst>
          </p:cNvPr>
          <p:cNvCxnSpPr>
            <a:cxnSpLocks/>
          </p:cNvCxnSpPr>
          <p:nvPr userDrawn="1"/>
        </p:nvCxnSpPr>
        <p:spPr>
          <a:xfrm>
            <a:off x="587519" y="6288650"/>
            <a:ext cx="5904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Ver">
            <a:extLst>
              <a:ext uri="{FF2B5EF4-FFF2-40B4-BE49-F238E27FC236}">
                <a16:creationId xmlns:a16="http://schemas.microsoft.com/office/drawing/2014/main" id="{8E12470B-3C55-7AF5-F629-C02D0FE3C475}"/>
              </a:ext>
            </a:extLst>
          </p:cNvPr>
          <p:cNvCxnSpPr>
            <a:cxnSpLocks/>
          </p:cNvCxnSpPr>
          <p:nvPr userDrawn="1"/>
        </p:nvCxnSpPr>
        <p:spPr>
          <a:xfrm>
            <a:off x="1176528" y="6281420"/>
            <a:ext cx="0" cy="578485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09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A073F215-6172-5CD8-D807-85F47361011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8949" y="1334776"/>
            <a:ext cx="11005676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B168F5EB-2E0D-CA5E-1855-88E69A727A03}"/>
              </a:ext>
            </a:extLst>
          </p:cNvPr>
          <p:cNvSpPr>
            <a:spLocks noGrp="1"/>
          </p:cNvSpPr>
          <p:nvPr>
            <p:ph type="body" idx="38"/>
            <p:custDataLst>
              <p:tags r:id="rId3"/>
            </p:custDataLst>
          </p:nvPr>
        </p:nvSpPr>
        <p:spPr>
          <a:xfrm>
            <a:off x="600774" y="2310234"/>
            <a:ext cx="2578989" cy="1977786"/>
          </a:xfrm>
        </p:spPr>
        <p:txBody>
          <a:bodyPr wrap="square" lIns="0" tIns="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">
            <a:extLst>
              <a:ext uri="{FF2B5EF4-FFF2-40B4-BE49-F238E27FC236}">
                <a16:creationId xmlns:a16="http://schemas.microsoft.com/office/drawing/2014/main" id="{ADABD970-B6C6-DF2A-8702-B9FEA923EBEA}"/>
              </a:ext>
            </a:extLst>
          </p:cNvPr>
          <p:cNvSpPr>
            <a:spLocks noGrp="1"/>
          </p:cNvSpPr>
          <p:nvPr>
            <p:ph type="tbl" sz="quarter" idx="30"/>
          </p:nvPr>
        </p:nvSpPr>
        <p:spPr>
          <a:xfrm>
            <a:off x="3611663" y="2310234"/>
            <a:ext cx="7992962" cy="3981464"/>
          </a:xfrm>
        </p:spPr>
        <p:txBody>
          <a:bodyPr anchor="t" anchorCtr="0"/>
          <a:lstStyle/>
          <a:p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F023AD-7A9E-4EB0-7C4C-44277E8B5182}"/>
              </a:ext>
            </a:extLst>
          </p:cNvPr>
          <p:cNvSpPr/>
          <p:nvPr userDrawn="1"/>
        </p:nvSpPr>
        <p:spPr>
          <a:xfrm>
            <a:off x="11169972" y="57901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Straight Connector Hor">
            <a:extLst>
              <a:ext uri="{FF2B5EF4-FFF2-40B4-BE49-F238E27FC236}">
                <a16:creationId xmlns:a16="http://schemas.microsoft.com/office/drawing/2014/main" id="{715A169D-2ABB-BE8D-1B15-3D79F5CEE0BD}"/>
              </a:ext>
            </a:extLst>
          </p:cNvPr>
          <p:cNvCxnSpPr>
            <a:cxnSpLocks/>
          </p:cNvCxnSpPr>
          <p:nvPr userDrawn="1"/>
        </p:nvCxnSpPr>
        <p:spPr>
          <a:xfrm>
            <a:off x="-6477" y="5697338"/>
            <a:ext cx="6035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Ver">
            <a:extLst>
              <a:ext uri="{FF2B5EF4-FFF2-40B4-BE49-F238E27FC236}">
                <a16:creationId xmlns:a16="http://schemas.microsoft.com/office/drawing/2014/main" id="{9DA6ED43-5992-8B27-77FF-38F74A5A4191}"/>
              </a:ext>
            </a:extLst>
          </p:cNvPr>
          <p:cNvCxnSpPr>
            <a:cxnSpLocks/>
          </p:cNvCxnSpPr>
          <p:nvPr userDrawn="1"/>
        </p:nvCxnSpPr>
        <p:spPr>
          <a:xfrm>
            <a:off x="591312" y="5697338"/>
            <a:ext cx="0" cy="597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Hor">
            <a:extLst>
              <a:ext uri="{FF2B5EF4-FFF2-40B4-BE49-F238E27FC236}">
                <a16:creationId xmlns:a16="http://schemas.microsoft.com/office/drawing/2014/main" id="{3B3525F0-69E9-8838-FEB9-858157D8FD78}"/>
              </a:ext>
            </a:extLst>
          </p:cNvPr>
          <p:cNvCxnSpPr>
            <a:cxnSpLocks/>
          </p:cNvCxnSpPr>
          <p:nvPr userDrawn="1"/>
        </p:nvCxnSpPr>
        <p:spPr>
          <a:xfrm>
            <a:off x="587519" y="6288650"/>
            <a:ext cx="59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Ver">
            <a:extLst>
              <a:ext uri="{FF2B5EF4-FFF2-40B4-BE49-F238E27FC236}">
                <a16:creationId xmlns:a16="http://schemas.microsoft.com/office/drawing/2014/main" id="{6C578B5B-8CD1-16E0-E664-C2A8C077F862}"/>
              </a:ext>
            </a:extLst>
          </p:cNvPr>
          <p:cNvCxnSpPr>
            <a:cxnSpLocks/>
          </p:cNvCxnSpPr>
          <p:nvPr userDrawn="1"/>
        </p:nvCxnSpPr>
        <p:spPr>
          <a:xfrm>
            <a:off x="1176528" y="6281420"/>
            <a:ext cx="0" cy="578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3386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15273"/>
            <a:ext cx="5169161" cy="2954655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Radial">
            <a:extLst>
              <a:ext uri="{FF2B5EF4-FFF2-40B4-BE49-F238E27FC236}">
                <a16:creationId xmlns:a16="http://schemas.microsoft.com/office/drawing/2014/main" id="{44C1F015-806A-E455-F888-E656ABED4992}"/>
              </a:ext>
            </a:extLst>
          </p:cNvPr>
          <p:cNvSpPr/>
          <p:nvPr userDrawn="1"/>
        </p:nvSpPr>
        <p:spPr>
          <a:xfrm>
            <a:off x="6011105" y="1563084"/>
            <a:ext cx="2066400" cy="20664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5" name="Placeholder">
            <a:extLst>
              <a:ext uri="{FF2B5EF4-FFF2-40B4-BE49-F238E27FC236}">
                <a16:creationId xmlns:a16="http://schemas.microsoft.com/office/drawing/2014/main" id="{2B237188-DA79-A203-09B9-CCFD2AA1EC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11105" y="1564030"/>
            <a:ext cx="2064508" cy="2064508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Percent Placeholder">
            <a:extLst>
              <a:ext uri="{FF2B5EF4-FFF2-40B4-BE49-F238E27FC236}">
                <a16:creationId xmlns:a16="http://schemas.microsoft.com/office/drawing/2014/main" id="{BB27C77A-6484-E154-8BD7-10064151A294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6416981" y="2272710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F5E757B1-B254-9845-1B5A-818F345FCF10}"/>
              </a:ext>
            </a:extLst>
          </p:cNvPr>
          <p:cNvSpPr/>
          <p:nvPr userDrawn="1"/>
        </p:nvSpPr>
        <p:spPr>
          <a:xfrm>
            <a:off x="9055797" y="1563084"/>
            <a:ext cx="2066400" cy="20664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A5BED7BC-1FEC-D9D7-AF9F-227225A3FB5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55797" y="1563084"/>
            <a:ext cx="2066400" cy="206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1" name="Percent Placeholder">
            <a:extLst>
              <a:ext uri="{FF2B5EF4-FFF2-40B4-BE49-F238E27FC236}">
                <a16:creationId xmlns:a16="http://schemas.microsoft.com/office/drawing/2014/main" id="{9D152DBF-78D8-CF4F-C73F-4DE20D21E2C4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9474147" y="2272710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7792D815-1E2E-48F1-9ACD-D7BC2BB345F9}"/>
              </a:ext>
            </a:extLst>
          </p:cNvPr>
          <p:cNvSpPr>
            <a:spLocks noGrp="1"/>
          </p:cNvSpPr>
          <p:nvPr>
            <p:ph type="body" idx="25"/>
            <p:custDataLst>
              <p:tags r:id="rId5"/>
            </p:custDataLst>
          </p:nvPr>
        </p:nvSpPr>
        <p:spPr>
          <a:xfrm>
            <a:off x="5988050" y="4433245"/>
            <a:ext cx="2592389" cy="1837541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A319E469-E31C-C42A-6325-C159886DCD9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9012109" y="4433244"/>
            <a:ext cx="2592000" cy="1836000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816A7D6-54AA-3BE7-762F-CD527ED1C349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5988050" y="3871339"/>
            <a:ext cx="2592389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8F93FAF7-C56A-AC75-70ED-EE3609E1B426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8"/>
            </p:custDataLst>
          </p:nvPr>
        </p:nvSpPr>
        <p:spPr>
          <a:xfrm>
            <a:off x="9012625" y="3871339"/>
            <a:ext cx="259200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3" name="Picture 22">
            <a:extLst>
              <a:ext uri="{FF2B5EF4-FFF2-40B4-BE49-F238E27FC236}">
                <a16:creationId xmlns:a16="http://schemas.microsoft.com/office/drawing/2014/main" id="{5CF14871-DC4E-F45A-BC00-5FC5508D3BE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98949" y="4509704"/>
            <a:ext cx="3744913" cy="1764096"/>
          </a:xfrm>
        </p:spPr>
        <p:txBody>
          <a:bodyPr/>
          <a:lstStyle/>
          <a:p>
            <a:endParaRPr lang="ru-RU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E0AC4A-F6F2-2401-FE03-4C24D73B3643}"/>
              </a:ext>
            </a:extLst>
          </p:cNvPr>
          <p:cNvCxnSpPr>
            <a:cxnSpLocks/>
          </p:cNvCxnSpPr>
          <p:nvPr userDrawn="1"/>
        </p:nvCxnSpPr>
        <p:spPr>
          <a:xfrm>
            <a:off x="6203950" y="584200"/>
            <a:ext cx="1655763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0ACF5C-E288-7921-C391-3EBE9771B311}"/>
              </a:ext>
            </a:extLst>
          </p:cNvPr>
          <p:cNvCxnSpPr>
            <a:cxnSpLocks/>
          </p:cNvCxnSpPr>
          <p:nvPr userDrawn="1"/>
        </p:nvCxnSpPr>
        <p:spPr>
          <a:xfrm flipV="1">
            <a:off x="6203950" y="2793"/>
            <a:ext cx="0" cy="581407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AC3F5D-B095-F9A2-2C6B-0C032CBAE7F2}"/>
              </a:ext>
            </a:extLst>
          </p:cNvPr>
          <p:cNvCxnSpPr>
            <a:cxnSpLocks/>
          </p:cNvCxnSpPr>
          <p:nvPr userDrawn="1"/>
        </p:nvCxnSpPr>
        <p:spPr>
          <a:xfrm>
            <a:off x="7865745" y="816555"/>
            <a:ext cx="1146364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B9282C7-BEA1-1731-16F6-EF18F2D2614B}"/>
              </a:ext>
            </a:extLst>
          </p:cNvPr>
          <p:cNvCxnSpPr>
            <a:cxnSpLocks/>
          </p:cNvCxnSpPr>
          <p:nvPr userDrawn="1"/>
        </p:nvCxnSpPr>
        <p:spPr>
          <a:xfrm>
            <a:off x="9012238" y="1017766"/>
            <a:ext cx="2592387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3DEEC9D-9729-B0F1-BAAB-67268F5D4BAE}"/>
              </a:ext>
            </a:extLst>
          </p:cNvPr>
          <p:cNvCxnSpPr>
            <a:cxnSpLocks/>
          </p:cNvCxnSpPr>
          <p:nvPr userDrawn="1"/>
        </p:nvCxnSpPr>
        <p:spPr>
          <a:xfrm flipV="1">
            <a:off x="7859713" y="578485"/>
            <a:ext cx="0" cy="24569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82587BC-095F-10F8-3D06-3F885C9BE7CB}"/>
              </a:ext>
            </a:extLst>
          </p:cNvPr>
          <p:cNvCxnSpPr>
            <a:cxnSpLocks/>
          </p:cNvCxnSpPr>
          <p:nvPr userDrawn="1"/>
        </p:nvCxnSpPr>
        <p:spPr>
          <a:xfrm flipV="1">
            <a:off x="9012238" y="808934"/>
            <a:ext cx="0" cy="21240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32C4AFF-7CB1-C43A-5B5A-8CEDA5DDEE9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4109" y="584200"/>
            <a:ext cx="0" cy="43903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680C0B1-2C70-3E1F-8DA4-6E890B8808A2}"/>
              </a:ext>
            </a:extLst>
          </p:cNvPr>
          <p:cNvCxnSpPr>
            <a:cxnSpLocks/>
          </p:cNvCxnSpPr>
          <p:nvPr userDrawn="1"/>
        </p:nvCxnSpPr>
        <p:spPr>
          <a:xfrm>
            <a:off x="11596489" y="584200"/>
            <a:ext cx="59551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4376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220C4-E323-1B45-FA1D-9C8203F67CA0}"/>
              </a:ext>
            </a:extLst>
          </p:cNvPr>
          <p:cNvSpPr/>
          <p:nvPr userDrawn="1"/>
        </p:nvSpPr>
        <p:spPr>
          <a:xfrm>
            <a:off x="583709" y="584180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adial">
            <a:extLst>
              <a:ext uri="{FF2B5EF4-FFF2-40B4-BE49-F238E27FC236}">
                <a16:creationId xmlns:a16="http://schemas.microsoft.com/office/drawing/2014/main" id="{71CA2F25-2954-62E6-BF71-207BA555AF8F}"/>
              </a:ext>
            </a:extLst>
          </p:cNvPr>
          <p:cNvSpPr/>
          <p:nvPr userDrawn="1"/>
        </p:nvSpPr>
        <p:spPr>
          <a:xfrm>
            <a:off x="2986530" y="2338262"/>
            <a:ext cx="2066400" cy="2066400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23" name="Circle">
            <a:extLst>
              <a:ext uri="{FF2B5EF4-FFF2-40B4-BE49-F238E27FC236}">
                <a16:creationId xmlns:a16="http://schemas.microsoft.com/office/drawing/2014/main" id="{7FBF9CA4-4DFD-2002-A339-1D256FA0204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986529" y="2338262"/>
            <a:ext cx="2066400" cy="206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4" name="Percent Placeholder">
            <a:extLst>
              <a:ext uri="{FF2B5EF4-FFF2-40B4-BE49-F238E27FC236}">
                <a16:creationId xmlns:a16="http://schemas.microsoft.com/office/drawing/2014/main" id="{46E3C5AA-64F2-693C-57C1-0E572201D8F8}"/>
              </a:ext>
            </a:extLst>
          </p:cNvPr>
          <p:cNvSpPr>
            <a:spLocks noGrp="1"/>
          </p:cNvSpPr>
          <p:nvPr>
            <p:ph type="body" sz="quarter" idx="38" hasCustomPrompt="1"/>
            <p:custDataLst>
              <p:tags r:id="rId2"/>
            </p:custDataLst>
          </p:nvPr>
        </p:nvSpPr>
        <p:spPr>
          <a:xfrm>
            <a:off x="3404880" y="3058138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5" name="Text Placeholder">
            <a:extLst>
              <a:ext uri="{FF2B5EF4-FFF2-40B4-BE49-F238E27FC236}">
                <a16:creationId xmlns:a16="http://schemas.microsoft.com/office/drawing/2014/main" id="{68BD8EAA-F85C-7882-9722-8782308E6CDF}"/>
              </a:ext>
            </a:extLst>
          </p:cNvPr>
          <p:cNvSpPr>
            <a:spLocks noGrp="1"/>
          </p:cNvSpPr>
          <p:nvPr>
            <p:ph type="body" idx="39"/>
            <p:custDataLst>
              <p:tags r:id="rId3"/>
            </p:custDataLst>
          </p:nvPr>
        </p:nvSpPr>
        <p:spPr>
          <a:xfrm>
            <a:off x="2963475" y="5188103"/>
            <a:ext cx="2592389" cy="1089644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6" name="Subtitle Placeholder">
            <a:extLst>
              <a:ext uri="{FF2B5EF4-FFF2-40B4-BE49-F238E27FC236}">
                <a16:creationId xmlns:a16="http://schemas.microsoft.com/office/drawing/2014/main" id="{5D7BAD22-A0F4-5B91-438C-4875146E7FCC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4"/>
            </p:custDataLst>
          </p:nvPr>
        </p:nvSpPr>
        <p:spPr>
          <a:xfrm>
            <a:off x="2963475" y="4626197"/>
            <a:ext cx="2592389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7" name="Title Placeholder">
            <a:extLst>
              <a:ext uri="{FF2B5EF4-FFF2-40B4-BE49-F238E27FC236}">
                <a16:creationId xmlns:a16="http://schemas.microsoft.com/office/drawing/2014/main" id="{2FA80A4C-47D5-4435-4F7C-8B9B824D384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8949" y="1334776"/>
            <a:ext cx="11005676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3" name="Straight Connector Hor">
            <a:extLst>
              <a:ext uri="{FF2B5EF4-FFF2-40B4-BE49-F238E27FC236}">
                <a16:creationId xmlns:a16="http://schemas.microsoft.com/office/drawing/2014/main" id="{B9F0AC64-AF2C-ABCA-6554-9DED12B025B5}"/>
              </a:ext>
            </a:extLst>
          </p:cNvPr>
          <p:cNvCxnSpPr>
            <a:cxnSpLocks/>
          </p:cNvCxnSpPr>
          <p:nvPr userDrawn="1"/>
        </p:nvCxnSpPr>
        <p:spPr>
          <a:xfrm>
            <a:off x="1174756" y="5684638"/>
            <a:ext cx="6035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Ver">
            <a:extLst>
              <a:ext uri="{FF2B5EF4-FFF2-40B4-BE49-F238E27FC236}">
                <a16:creationId xmlns:a16="http://schemas.microsoft.com/office/drawing/2014/main" id="{8A811086-024A-FC96-BF09-3F98A4462919}"/>
              </a:ext>
            </a:extLst>
          </p:cNvPr>
          <p:cNvCxnSpPr>
            <a:cxnSpLocks/>
          </p:cNvCxnSpPr>
          <p:nvPr userDrawn="1"/>
        </p:nvCxnSpPr>
        <p:spPr>
          <a:xfrm>
            <a:off x="1772545" y="5684638"/>
            <a:ext cx="0" cy="597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Hor">
            <a:extLst>
              <a:ext uri="{FF2B5EF4-FFF2-40B4-BE49-F238E27FC236}">
                <a16:creationId xmlns:a16="http://schemas.microsoft.com/office/drawing/2014/main" id="{9F52EA56-99FD-F7BF-FC55-C15C7CB7CF65}"/>
              </a:ext>
            </a:extLst>
          </p:cNvPr>
          <p:cNvCxnSpPr>
            <a:cxnSpLocks/>
          </p:cNvCxnSpPr>
          <p:nvPr userDrawn="1"/>
        </p:nvCxnSpPr>
        <p:spPr>
          <a:xfrm>
            <a:off x="1768752" y="6275950"/>
            <a:ext cx="59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Ver">
            <a:extLst>
              <a:ext uri="{FF2B5EF4-FFF2-40B4-BE49-F238E27FC236}">
                <a16:creationId xmlns:a16="http://schemas.microsoft.com/office/drawing/2014/main" id="{BE6FF035-E648-3A66-6AE8-7901088A2A99}"/>
              </a:ext>
            </a:extLst>
          </p:cNvPr>
          <p:cNvCxnSpPr>
            <a:cxnSpLocks/>
          </p:cNvCxnSpPr>
          <p:nvPr userDrawn="1"/>
        </p:nvCxnSpPr>
        <p:spPr>
          <a:xfrm>
            <a:off x="2357761" y="6270625"/>
            <a:ext cx="0" cy="5873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Ver">
            <a:extLst>
              <a:ext uri="{FF2B5EF4-FFF2-40B4-BE49-F238E27FC236}">
                <a16:creationId xmlns:a16="http://schemas.microsoft.com/office/drawing/2014/main" id="{E4BB12B6-92EE-5D08-283E-22516EF68666}"/>
              </a:ext>
            </a:extLst>
          </p:cNvPr>
          <p:cNvCxnSpPr>
            <a:cxnSpLocks/>
          </p:cNvCxnSpPr>
          <p:nvPr userDrawn="1"/>
        </p:nvCxnSpPr>
        <p:spPr>
          <a:xfrm>
            <a:off x="594874" y="3429000"/>
            <a:ext cx="0" cy="16847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Hor">
            <a:extLst>
              <a:ext uri="{FF2B5EF4-FFF2-40B4-BE49-F238E27FC236}">
                <a16:creationId xmlns:a16="http://schemas.microsoft.com/office/drawing/2014/main" id="{A9ED4A7A-70A5-1D6E-F001-773A4BCFF58E}"/>
              </a:ext>
            </a:extLst>
          </p:cNvPr>
          <p:cNvCxnSpPr>
            <a:cxnSpLocks/>
          </p:cNvCxnSpPr>
          <p:nvPr userDrawn="1"/>
        </p:nvCxnSpPr>
        <p:spPr>
          <a:xfrm>
            <a:off x="594891" y="5109963"/>
            <a:ext cx="59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Ver">
            <a:extLst>
              <a:ext uri="{FF2B5EF4-FFF2-40B4-BE49-F238E27FC236}">
                <a16:creationId xmlns:a16="http://schemas.microsoft.com/office/drawing/2014/main" id="{0B3092E5-5C4A-F475-DDBD-79BC911E9842}"/>
              </a:ext>
            </a:extLst>
          </p:cNvPr>
          <p:cNvCxnSpPr>
            <a:cxnSpLocks/>
          </p:cNvCxnSpPr>
          <p:nvPr userDrawn="1"/>
        </p:nvCxnSpPr>
        <p:spPr>
          <a:xfrm>
            <a:off x="1180090" y="5106153"/>
            <a:ext cx="0" cy="578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Hor">
            <a:extLst>
              <a:ext uri="{FF2B5EF4-FFF2-40B4-BE49-F238E27FC236}">
                <a16:creationId xmlns:a16="http://schemas.microsoft.com/office/drawing/2014/main" id="{BCA3345F-1245-EBC9-BD97-F8E1F76B8CA1}"/>
              </a:ext>
            </a:extLst>
          </p:cNvPr>
          <p:cNvCxnSpPr>
            <a:cxnSpLocks/>
          </p:cNvCxnSpPr>
          <p:nvPr userDrawn="1"/>
        </p:nvCxnSpPr>
        <p:spPr>
          <a:xfrm>
            <a:off x="-3810" y="3429000"/>
            <a:ext cx="6035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adial">
            <a:extLst>
              <a:ext uri="{FF2B5EF4-FFF2-40B4-BE49-F238E27FC236}">
                <a16:creationId xmlns:a16="http://schemas.microsoft.com/office/drawing/2014/main" id="{A277F0CE-0144-4825-57E3-6E67636439AE}"/>
              </a:ext>
            </a:extLst>
          </p:cNvPr>
          <p:cNvSpPr/>
          <p:nvPr userDrawn="1"/>
        </p:nvSpPr>
        <p:spPr>
          <a:xfrm>
            <a:off x="6009715" y="2338262"/>
            <a:ext cx="2066400" cy="2066400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33" name="Circle">
            <a:extLst>
              <a:ext uri="{FF2B5EF4-FFF2-40B4-BE49-F238E27FC236}">
                <a16:creationId xmlns:a16="http://schemas.microsoft.com/office/drawing/2014/main" id="{E3C18DE0-4270-BCCF-35DA-19DC844540BF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6009714" y="2338262"/>
            <a:ext cx="2066400" cy="206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4" name="Percent Placeholder">
            <a:extLst>
              <a:ext uri="{FF2B5EF4-FFF2-40B4-BE49-F238E27FC236}">
                <a16:creationId xmlns:a16="http://schemas.microsoft.com/office/drawing/2014/main" id="{2C8AC508-870E-748E-8599-4D4BC03068D1}"/>
              </a:ext>
            </a:extLst>
          </p:cNvPr>
          <p:cNvSpPr>
            <a:spLocks noGrp="1"/>
          </p:cNvSpPr>
          <p:nvPr userDrawn="1">
            <p:ph type="body" sz="quarter" idx="42" hasCustomPrompt="1"/>
            <p:custDataLst>
              <p:tags r:id="rId6"/>
            </p:custDataLst>
          </p:nvPr>
        </p:nvSpPr>
        <p:spPr>
          <a:xfrm>
            <a:off x="6428065" y="3058138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5" name="Text Placeholder">
            <a:extLst>
              <a:ext uri="{FF2B5EF4-FFF2-40B4-BE49-F238E27FC236}">
                <a16:creationId xmlns:a16="http://schemas.microsoft.com/office/drawing/2014/main" id="{FB5DA0B3-DC44-A83B-5DE6-B5B16CEC623F}"/>
              </a:ext>
            </a:extLst>
          </p:cNvPr>
          <p:cNvSpPr>
            <a:spLocks noGrp="1"/>
          </p:cNvSpPr>
          <p:nvPr userDrawn="1">
            <p:ph type="body" idx="43"/>
            <p:custDataLst>
              <p:tags r:id="rId7"/>
            </p:custDataLst>
          </p:nvPr>
        </p:nvSpPr>
        <p:spPr>
          <a:xfrm>
            <a:off x="5986660" y="5188103"/>
            <a:ext cx="2592389" cy="1089644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0FAC49EA-9B03-5A88-3881-3EE5EDEC7B82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8"/>
            </p:custDataLst>
          </p:nvPr>
        </p:nvSpPr>
        <p:spPr>
          <a:xfrm>
            <a:off x="5986660" y="4626197"/>
            <a:ext cx="2592389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8" name="Radial">
            <a:extLst>
              <a:ext uri="{FF2B5EF4-FFF2-40B4-BE49-F238E27FC236}">
                <a16:creationId xmlns:a16="http://schemas.microsoft.com/office/drawing/2014/main" id="{67A7501F-DD55-9DC6-A230-D55173C5A27D}"/>
              </a:ext>
            </a:extLst>
          </p:cNvPr>
          <p:cNvSpPr/>
          <p:nvPr userDrawn="1"/>
        </p:nvSpPr>
        <p:spPr>
          <a:xfrm>
            <a:off x="9032900" y="2338262"/>
            <a:ext cx="2066400" cy="2066400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3B5FDEA9-9536-3D7E-8209-DAC5DC3115BD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9032899" y="2338262"/>
            <a:ext cx="2066400" cy="206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40" name="Percent Placeholder">
            <a:extLst>
              <a:ext uri="{FF2B5EF4-FFF2-40B4-BE49-F238E27FC236}">
                <a16:creationId xmlns:a16="http://schemas.microsoft.com/office/drawing/2014/main" id="{56136D14-252B-2C3D-5F69-6B5EDB521710}"/>
              </a:ext>
            </a:extLst>
          </p:cNvPr>
          <p:cNvSpPr>
            <a:spLocks noGrp="1"/>
          </p:cNvSpPr>
          <p:nvPr userDrawn="1">
            <p:ph type="body" sz="quarter" idx="46" hasCustomPrompt="1"/>
            <p:custDataLst>
              <p:tags r:id="rId9"/>
            </p:custDataLst>
          </p:nvPr>
        </p:nvSpPr>
        <p:spPr>
          <a:xfrm>
            <a:off x="9451250" y="3058138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12FD1CC2-B4C3-4344-430D-152E2D4E3A27}"/>
              </a:ext>
            </a:extLst>
          </p:cNvPr>
          <p:cNvSpPr>
            <a:spLocks noGrp="1"/>
          </p:cNvSpPr>
          <p:nvPr userDrawn="1">
            <p:ph type="body" idx="47"/>
            <p:custDataLst>
              <p:tags r:id="rId10"/>
            </p:custDataLst>
          </p:nvPr>
        </p:nvSpPr>
        <p:spPr>
          <a:xfrm>
            <a:off x="9009845" y="5188103"/>
            <a:ext cx="2592389" cy="1089644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2" name="Subtitle Placeholder 3">
            <a:extLst>
              <a:ext uri="{FF2B5EF4-FFF2-40B4-BE49-F238E27FC236}">
                <a16:creationId xmlns:a16="http://schemas.microsoft.com/office/drawing/2014/main" id="{E734EA28-AF46-C1B4-CD87-95CCEC564D48}"/>
              </a:ext>
            </a:extLst>
          </p:cNvPr>
          <p:cNvSpPr>
            <a:spLocks noGrp="1"/>
          </p:cNvSpPr>
          <p:nvPr userDrawn="1">
            <p:ph type="body" idx="48" hasCustomPrompt="1"/>
            <p:custDataLst>
              <p:tags r:id="rId11"/>
            </p:custDataLst>
          </p:nvPr>
        </p:nvSpPr>
        <p:spPr>
          <a:xfrm>
            <a:off x="9009845" y="4626197"/>
            <a:ext cx="2592389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320860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15273"/>
            <a:ext cx="11005676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Straight Connector Ver">
            <a:extLst>
              <a:ext uri="{FF2B5EF4-FFF2-40B4-BE49-F238E27FC236}">
                <a16:creationId xmlns:a16="http://schemas.microsoft.com/office/drawing/2014/main" id="{64E22C78-977E-839B-32F3-F01CD557418A}"/>
              </a:ext>
            </a:extLst>
          </p:cNvPr>
          <p:cNvCxnSpPr>
            <a:cxnSpLocks/>
          </p:cNvCxnSpPr>
          <p:nvPr userDrawn="1"/>
        </p:nvCxnSpPr>
        <p:spPr>
          <a:xfrm>
            <a:off x="11166176" y="0"/>
            <a:ext cx="0" cy="80295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Ver">
            <a:extLst>
              <a:ext uri="{FF2B5EF4-FFF2-40B4-BE49-F238E27FC236}">
                <a16:creationId xmlns:a16="http://schemas.microsoft.com/office/drawing/2014/main" id="{B29D5A47-C21F-32DE-A48F-18B2CAC4D37D}"/>
              </a:ext>
            </a:extLst>
          </p:cNvPr>
          <p:cNvCxnSpPr>
            <a:cxnSpLocks/>
          </p:cNvCxnSpPr>
          <p:nvPr userDrawn="1"/>
        </p:nvCxnSpPr>
        <p:spPr>
          <a:xfrm>
            <a:off x="11604625" y="1016318"/>
            <a:ext cx="0" cy="3168967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Hor">
            <a:extLst>
              <a:ext uri="{FF2B5EF4-FFF2-40B4-BE49-F238E27FC236}">
                <a16:creationId xmlns:a16="http://schemas.microsoft.com/office/drawing/2014/main" id="{4B2FBA4C-3A16-2CE3-025C-293A6D87F361}"/>
              </a:ext>
            </a:extLst>
          </p:cNvPr>
          <p:cNvCxnSpPr>
            <a:cxnSpLocks/>
          </p:cNvCxnSpPr>
          <p:nvPr userDrawn="1"/>
        </p:nvCxnSpPr>
        <p:spPr>
          <a:xfrm>
            <a:off x="11156651" y="802958"/>
            <a:ext cx="230069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Ver">
            <a:extLst>
              <a:ext uri="{FF2B5EF4-FFF2-40B4-BE49-F238E27FC236}">
                <a16:creationId xmlns:a16="http://schemas.microsoft.com/office/drawing/2014/main" id="{22067E7D-2E70-62E7-8760-C7AAD7FBCD67}"/>
              </a:ext>
            </a:extLst>
          </p:cNvPr>
          <p:cNvCxnSpPr>
            <a:cxnSpLocks/>
          </p:cNvCxnSpPr>
          <p:nvPr userDrawn="1"/>
        </p:nvCxnSpPr>
        <p:spPr>
          <a:xfrm>
            <a:off x="11386720" y="794385"/>
            <a:ext cx="0" cy="23145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Hor">
            <a:extLst>
              <a:ext uri="{FF2B5EF4-FFF2-40B4-BE49-F238E27FC236}">
                <a16:creationId xmlns:a16="http://schemas.microsoft.com/office/drawing/2014/main" id="{FC7E49F1-235C-0A76-C2EF-839BFF265D32}"/>
              </a:ext>
            </a:extLst>
          </p:cNvPr>
          <p:cNvCxnSpPr>
            <a:cxnSpLocks/>
          </p:cNvCxnSpPr>
          <p:nvPr userDrawn="1"/>
        </p:nvCxnSpPr>
        <p:spPr>
          <a:xfrm>
            <a:off x="11376461" y="1025843"/>
            <a:ext cx="230069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Hor">
            <a:extLst>
              <a:ext uri="{FF2B5EF4-FFF2-40B4-BE49-F238E27FC236}">
                <a16:creationId xmlns:a16="http://schemas.microsoft.com/office/drawing/2014/main" id="{47BE73A0-A0A4-4456-99E8-EC8161D3BD64}"/>
              </a:ext>
            </a:extLst>
          </p:cNvPr>
          <p:cNvCxnSpPr>
            <a:cxnSpLocks/>
          </p:cNvCxnSpPr>
          <p:nvPr userDrawn="1"/>
        </p:nvCxnSpPr>
        <p:spPr>
          <a:xfrm>
            <a:off x="11600730" y="4181475"/>
            <a:ext cx="589365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adial">
            <a:extLst>
              <a:ext uri="{FF2B5EF4-FFF2-40B4-BE49-F238E27FC236}">
                <a16:creationId xmlns:a16="http://schemas.microsoft.com/office/drawing/2014/main" id="{027E7B39-F620-A404-1762-BB23B13777C4}"/>
              </a:ext>
            </a:extLst>
          </p:cNvPr>
          <p:cNvSpPr/>
          <p:nvPr userDrawn="1"/>
        </p:nvSpPr>
        <p:spPr>
          <a:xfrm>
            <a:off x="611431" y="2334308"/>
            <a:ext cx="2066400" cy="20664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12BC5093-5649-DA1F-248F-1186E937D70A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611430" y="2334308"/>
            <a:ext cx="2066400" cy="206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Percent Placeholder">
            <a:extLst>
              <a:ext uri="{FF2B5EF4-FFF2-40B4-BE49-F238E27FC236}">
                <a16:creationId xmlns:a16="http://schemas.microsoft.com/office/drawing/2014/main" id="{CEB97A6C-46CE-68E4-8D55-2D066EFF805D}"/>
              </a:ext>
            </a:extLst>
          </p:cNvPr>
          <p:cNvSpPr>
            <a:spLocks noGrp="1"/>
          </p:cNvSpPr>
          <p:nvPr userDrawn="1">
            <p:ph type="body" sz="quarter" idx="38" hasCustomPrompt="1"/>
            <p:custDataLst>
              <p:tags r:id="rId3"/>
            </p:custDataLst>
          </p:nvPr>
        </p:nvSpPr>
        <p:spPr>
          <a:xfrm>
            <a:off x="1029781" y="3043934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C681C1D7-36CB-E5E1-3ABA-B76BD5BDB70F}"/>
              </a:ext>
            </a:extLst>
          </p:cNvPr>
          <p:cNvSpPr>
            <a:spLocks noGrp="1"/>
          </p:cNvSpPr>
          <p:nvPr userDrawn="1">
            <p:ph type="body" idx="39"/>
            <p:custDataLst>
              <p:tags r:id="rId4"/>
            </p:custDataLst>
          </p:nvPr>
        </p:nvSpPr>
        <p:spPr>
          <a:xfrm>
            <a:off x="588376" y="5188103"/>
            <a:ext cx="2592389" cy="1089644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66C52851-912D-5675-F79D-275CD4C6182C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5"/>
            </p:custDataLst>
          </p:nvPr>
        </p:nvSpPr>
        <p:spPr>
          <a:xfrm>
            <a:off x="588376" y="4626197"/>
            <a:ext cx="2592389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0" name="Radial">
            <a:extLst>
              <a:ext uri="{FF2B5EF4-FFF2-40B4-BE49-F238E27FC236}">
                <a16:creationId xmlns:a16="http://schemas.microsoft.com/office/drawing/2014/main" id="{2E9028EA-BEC5-2AB4-CC07-0F3F984F0439}"/>
              </a:ext>
            </a:extLst>
          </p:cNvPr>
          <p:cNvSpPr/>
          <p:nvPr userDrawn="1"/>
        </p:nvSpPr>
        <p:spPr>
          <a:xfrm>
            <a:off x="3421724" y="2334308"/>
            <a:ext cx="2066400" cy="20664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21" name="Circle">
            <a:extLst>
              <a:ext uri="{FF2B5EF4-FFF2-40B4-BE49-F238E27FC236}">
                <a16:creationId xmlns:a16="http://schemas.microsoft.com/office/drawing/2014/main" id="{E117FF0F-980A-820E-B7BA-5E730B9E351B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3421723" y="2334308"/>
            <a:ext cx="2066400" cy="206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0" name="Percent Placeholder">
            <a:extLst>
              <a:ext uri="{FF2B5EF4-FFF2-40B4-BE49-F238E27FC236}">
                <a16:creationId xmlns:a16="http://schemas.microsoft.com/office/drawing/2014/main" id="{0671D2F6-2D52-8343-E555-32A3D48C7EE6}"/>
              </a:ext>
            </a:extLst>
          </p:cNvPr>
          <p:cNvSpPr>
            <a:spLocks noGrp="1"/>
          </p:cNvSpPr>
          <p:nvPr userDrawn="1">
            <p:ph type="body" sz="quarter" idx="42" hasCustomPrompt="1"/>
            <p:custDataLst>
              <p:tags r:id="rId6"/>
            </p:custDataLst>
          </p:nvPr>
        </p:nvSpPr>
        <p:spPr>
          <a:xfrm>
            <a:off x="3840074" y="3043934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1" name="Text Placeholder">
            <a:extLst>
              <a:ext uri="{FF2B5EF4-FFF2-40B4-BE49-F238E27FC236}">
                <a16:creationId xmlns:a16="http://schemas.microsoft.com/office/drawing/2014/main" id="{1DEA9965-9A0F-0F57-6DAE-3CE6A2EA0C0F}"/>
              </a:ext>
            </a:extLst>
          </p:cNvPr>
          <p:cNvSpPr>
            <a:spLocks noGrp="1"/>
          </p:cNvSpPr>
          <p:nvPr userDrawn="1">
            <p:ph type="body" idx="43"/>
            <p:custDataLst>
              <p:tags r:id="rId7"/>
            </p:custDataLst>
          </p:nvPr>
        </p:nvSpPr>
        <p:spPr>
          <a:xfrm>
            <a:off x="3398669" y="5188103"/>
            <a:ext cx="2592389" cy="1089644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8" name="Subtitle Placeholder">
            <a:extLst>
              <a:ext uri="{FF2B5EF4-FFF2-40B4-BE49-F238E27FC236}">
                <a16:creationId xmlns:a16="http://schemas.microsoft.com/office/drawing/2014/main" id="{44A84006-C1F6-DF93-06AF-70765464074C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8"/>
            </p:custDataLst>
          </p:nvPr>
        </p:nvSpPr>
        <p:spPr>
          <a:xfrm>
            <a:off x="3398669" y="4626197"/>
            <a:ext cx="2592389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9" name="Radial">
            <a:extLst>
              <a:ext uri="{FF2B5EF4-FFF2-40B4-BE49-F238E27FC236}">
                <a16:creationId xmlns:a16="http://schemas.microsoft.com/office/drawing/2014/main" id="{6C4CEA07-2F0E-E5C2-97A4-07CC2B625D2A}"/>
              </a:ext>
            </a:extLst>
          </p:cNvPr>
          <p:cNvSpPr/>
          <p:nvPr userDrawn="1"/>
        </p:nvSpPr>
        <p:spPr>
          <a:xfrm>
            <a:off x="6242277" y="2334308"/>
            <a:ext cx="2066400" cy="20664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1" name="Circle">
            <a:extLst>
              <a:ext uri="{FF2B5EF4-FFF2-40B4-BE49-F238E27FC236}">
                <a16:creationId xmlns:a16="http://schemas.microsoft.com/office/drawing/2014/main" id="{0D52DF0F-2989-694F-0EBF-11C6505AF743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6242276" y="2334308"/>
            <a:ext cx="2066400" cy="206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42" name="Percent Placeholder">
            <a:extLst>
              <a:ext uri="{FF2B5EF4-FFF2-40B4-BE49-F238E27FC236}">
                <a16:creationId xmlns:a16="http://schemas.microsoft.com/office/drawing/2014/main" id="{FE136BAE-F058-BAE3-88B8-907F2F26C158}"/>
              </a:ext>
            </a:extLst>
          </p:cNvPr>
          <p:cNvSpPr>
            <a:spLocks noGrp="1"/>
          </p:cNvSpPr>
          <p:nvPr userDrawn="1">
            <p:ph type="body" sz="quarter" idx="46" hasCustomPrompt="1"/>
            <p:custDataLst>
              <p:tags r:id="rId9"/>
            </p:custDataLst>
          </p:nvPr>
        </p:nvSpPr>
        <p:spPr>
          <a:xfrm>
            <a:off x="6660627" y="3043934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3" name="Text Placeholder">
            <a:extLst>
              <a:ext uri="{FF2B5EF4-FFF2-40B4-BE49-F238E27FC236}">
                <a16:creationId xmlns:a16="http://schemas.microsoft.com/office/drawing/2014/main" id="{BCC30BB5-18B2-4BF7-2881-1AAA3C9ABA08}"/>
              </a:ext>
            </a:extLst>
          </p:cNvPr>
          <p:cNvSpPr>
            <a:spLocks noGrp="1"/>
          </p:cNvSpPr>
          <p:nvPr userDrawn="1">
            <p:ph type="body" idx="47"/>
            <p:custDataLst>
              <p:tags r:id="rId10"/>
            </p:custDataLst>
          </p:nvPr>
        </p:nvSpPr>
        <p:spPr>
          <a:xfrm>
            <a:off x="6203982" y="5188103"/>
            <a:ext cx="2592389" cy="1089644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BB5D2E18-E75F-8D5A-B5DC-E51BBBF4BF7D}"/>
              </a:ext>
            </a:extLst>
          </p:cNvPr>
          <p:cNvSpPr>
            <a:spLocks noGrp="1"/>
          </p:cNvSpPr>
          <p:nvPr userDrawn="1">
            <p:ph type="body" idx="48" hasCustomPrompt="1"/>
            <p:custDataLst>
              <p:tags r:id="rId11"/>
            </p:custDataLst>
          </p:nvPr>
        </p:nvSpPr>
        <p:spPr>
          <a:xfrm>
            <a:off x="6203982" y="4626197"/>
            <a:ext cx="2592389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45" name="Radial">
            <a:extLst>
              <a:ext uri="{FF2B5EF4-FFF2-40B4-BE49-F238E27FC236}">
                <a16:creationId xmlns:a16="http://schemas.microsoft.com/office/drawing/2014/main" id="{1E4B6BD6-DD51-2DB9-0208-AFF6829925E0}"/>
              </a:ext>
            </a:extLst>
          </p:cNvPr>
          <p:cNvSpPr/>
          <p:nvPr userDrawn="1"/>
        </p:nvSpPr>
        <p:spPr>
          <a:xfrm>
            <a:off x="9062830" y="2334308"/>
            <a:ext cx="2066400" cy="20664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50DA427B-39FC-DD12-1434-27A9A34A3594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9062829" y="2334308"/>
            <a:ext cx="2066400" cy="206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47" name="Percent Placeholder">
            <a:extLst>
              <a:ext uri="{FF2B5EF4-FFF2-40B4-BE49-F238E27FC236}">
                <a16:creationId xmlns:a16="http://schemas.microsoft.com/office/drawing/2014/main" id="{39D09195-C735-D085-A5BC-71A620DD858C}"/>
              </a:ext>
            </a:extLst>
          </p:cNvPr>
          <p:cNvSpPr>
            <a:spLocks noGrp="1"/>
          </p:cNvSpPr>
          <p:nvPr userDrawn="1">
            <p:ph type="body" sz="quarter" idx="50" hasCustomPrompt="1"/>
            <p:custDataLst>
              <p:tags r:id="rId12"/>
            </p:custDataLst>
          </p:nvPr>
        </p:nvSpPr>
        <p:spPr>
          <a:xfrm>
            <a:off x="9481180" y="3043934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8" name="Text Placeholder">
            <a:extLst>
              <a:ext uri="{FF2B5EF4-FFF2-40B4-BE49-F238E27FC236}">
                <a16:creationId xmlns:a16="http://schemas.microsoft.com/office/drawing/2014/main" id="{96E6BF6D-39E4-114F-134B-BB4608122A8F}"/>
              </a:ext>
            </a:extLst>
          </p:cNvPr>
          <p:cNvSpPr>
            <a:spLocks noGrp="1"/>
          </p:cNvSpPr>
          <p:nvPr userDrawn="1">
            <p:ph type="body" idx="51"/>
            <p:custDataLst>
              <p:tags r:id="rId13"/>
            </p:custDataLst>
          </p:nvPr>
        </p:nvSpPr>
        <p:spPr>
          <a:xfrm>
            <a:off x="9011200" y="5188103"/>
            <a:ext cx="2592389" cy="1089644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0" name="Subtitle Placeholder">
            <a:extLst>
              <a:ext uri="{FF2B5EF4-FFF2-40B4-BE49-F238E27FC236}">
                <a16:creationId xmlns:a16="http://schemas.microsoft.com/office/drawing/2014/main" id="{831DAD07-D548-6884-09C6-A892919E3AE5}"/>
              </a:ext>
            </a:extLst>
          </p:cNvPr>
          <p:cNvSpPr>
            <a:spLocks noGrp="1"/>
          </p:cNvSpPr>
          <p:nvPr userDrawn="1">
            <p:ph type="body" idx="52" hasCustomPrompt="1"/>
            <p:custDataLst>
              <p:tags r:id="rId14"/>
            </p:custDataLst>
          </p:nvPr>
        </p:nvSpPr>
        <p:spPr>
          <a:xfrm>
            <a:off x="9011200" y="4626197"/>
            <a:ext cx="2592389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3041623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itle Placeholder">
            <a:extLst>
              <a:ext uri="{FF2B5EF4-FFF2-40B4-BE49-F238E27FC236}">
                <a16:creationId xmlns:a16="http://schemas.microsoft.com/office/drawing/2014/main" id="{2FA80A4C-47D5-4435-4F7C-8B9B824D384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49" y="1334776"/>
            <a:ext cx="5400675" cy="2215991"/>
          </a:xfrm>
          <a:prstGeom prst="rect">
            <a:avLst/>
          </a:prstGeom>
        </p:spPr>
        <p:txBody>
          <a:bodyPr vert="horz" wrap="square" lIns="18000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8AE4EC54-72A3-5F0D-B5F5-E135504F4BB2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8075612" y="3870792"/>
            <a:ext cx="3517439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7E1C8D7E-7D12-8C1B-B5AF-C5306C1E825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4"/>
            </p:custDataLst>
          </p:nvPr>
        </p:nvSpPr>
        <p:spPr>
          <a:xfrm>
            <a:off x="8075612" y="4427684"/>
            <a:ext cx="3517439" cy="1837541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8C933-8D99-C8FC-F68C-667921E6065F}"/>
              </a:ext>
            </a:extLst>
          </p:cNvPr>
          <p:cNvSpPr/>
          <p:nvPr userDrawn="1"/>
        </p:nvSpPr>
        <p:spPr>
          <a:xfrm>
            <a:off x="6427428" y="605902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Chart Placeholder 32">
            <a:extLst>
              <a:ext uri="{FF2B5EF4-FFF2-40B4-BE49-F238E27FC236}">
                <a16:creationId xmlns:a16="http://schemas.microsoft.com/office/drawing/2014/main" id="{7B52231D-7C82-01E9-873A-6D851A7E5835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>
          <a:xfrm>
            <a:off x="589425" y="1304925"/>
            <a:ext cx="4821760" cy="4968875"/>
          </a:xfrm>
        </p:spPr>
        <p:txBody>
          <a:bodyPr/>
          <a:lstStyle/>
          <a:p>
            <a:endParaRPr lang="ru-RU"/>
          </a:p>
        </p:txBody>
      </p:sp>
      <p:cxnSp>
        <p:nvCxnSpPr>
          <p:cNvPr id="4" name="Straight Connector Ver">
            <a:extLst>
              <a:ext uri="{FF2B5EF4-FFF2-40B4-BE49-F238E27FC236}">
                <a16:creationId xmlns:a16="http://schemas.microsoft.com/office/drawing/2014/main" id="{BA8F9A22-9B52-D412-8F24-A45A052254D8}"/>
              </a:ext>
            </a:extLst>
          </p:cNvPr>
          <p:cNvCxnSpPr/>
          <p:nvPr userDrawn="1"/>
        </p:nvCxnSpPr>
        <p:spPr>
          <a:xfrm>
            <a:off x="5998560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6429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itle Placeholder">
            <a:extLst>
              <a:ext uri="{FF2B5EF4-FFF2-40B4-BE49-F238E27FC236}">
                <a16:creationId xmlns:a16="http://schemas.microsoft.com/office/drawing/2014/main" id="{2FA80A4C-47D5-4435-4F7C-8B9B824D384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5173101" cy="2215991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8AE4EC54-72A3-5F0D-B5F5-E135504F4BB2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814949" y="3667126"/>
            <a:ext cx="3517439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7E1C8D7E-7D12-8C1B-B5AF-C5306C1E825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4"/>
            </p:custDataLst>
          </p:nvPr>
        </p:nvSpPr>
        <p:spPr>
          <a:xfrm>
            <a:off x="814949" y="4224018"/>
            <a:ext cx="3517439" cy="1837541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8C933-8D99-C8FC-F68C-667921E6065F}"/>
              </a:ext>
            </a:extLst>
          </p:cNvPr>
          <p:cNvSpPr/>
          <p:nvPr userDrawn="1"/>
        </p:nvSpPr>
        <p:spPr>
          <a:xfrm>
            <a:off x="11388625" y="59277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Chart Placeholder 32">
            <a:extLst>
              <a:ext uri="{FF2B5EF4-FFF2-40B4-BE49-F238E27FC236}">
                <a16:creationId xmlns:a16="http://schemas.microsoft.com/office/drawing/2014/main" id="{7B52231D-7C82-01E9-873A-6D851A7E5835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>
          <a:xfrm>
            <a:off x="6203950" y="1304925"/>
            <a:ext cx="5400675" cy="4968875"/>
          </a:xfrm>
        </p:spPr>
        <p:txBody>
          <a:bodyPr/>
          <a:lstStyle/>
          <a:p>
            <a:endParaRPr lang="ru-RU"/>
          </a:p>
        </p:txBody>
      </p:sp>
      <p:cxnSp>
        <p:nvCxnSpPr>
          <p:cNvPr id="9" name="Straight Connector Hor">
            <a:extLst>
              <a:ext uri="{FF2B5EF4-FFF2-40B4-BE49-F238E27FC236}">
                <a16:creationId xmlns:a16="http://schemas.microsoft.com/office/drawing/2014/main" id="{DA375DCE-43E4-170D-9B2C-A9D89E467188}"/>
              </a:ext>
            </a:extLst>
          </p:cNvPr>
          <p:cNvCxnSpPr>
            <a:cxnSpLocks/>
          </p:cNvCxnSpPr>
          <p:nvPr userDrawn="1"/>
        </p:nvCxnSpPr>
        <p:spPr>
          <a:xfrm>
            <a:off x="0" y="6273800"/>
            <a:ext cx="6203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Ver">
            <a:extLst>
              <a:ext uri="{FF2B5EF4-FFF2-40B4-BE49-F238E27FC236}">
                <a16:creationId xmlns:a16="http://schemas.microsoft.com/office/drawing/2014/main" id="{43D378CB-943C-90FA-D9BB-3FC216C2E958}"/>
              </a:ext>
            </a:extLst>
          </p:cNvPr>
          <p:cNvCxnSpPr>
            <a:cxnSpLocks/>
          </p:cNvCxnSpPr>
          <p:nvPr userDrawn="1"/>
        </p:nvCxnSpPr>
        <p:spPr>
          <a:xfrm flipV="1">
            <a:off x="6203950" y="800200"/>
            <a:ext cx="0" cy="54777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Hor">
            <a:extLst>
              <a:ext uri="{FF2B5EF4-FFF2-40B4-BE49-F238E27FC236}">
                <a16:creationId xmlns:a16="http://schemas.microsoft.com/office/drawing/2014/main" id="{0602C2C4-1228-DBBD-A38D-B5C396D9CC72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0140" y="803278"/>
            <a:ext cx="4054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Ver">
            <a:extLst>
              <a:ext uri="{FF2B5EF4-FFF2-40B4-BE49-F238E27FC236}">
                <a16:creationId xmlns:a16="http://schemas.microsoft.com/office/drawing/2014/main" id="{2D4EDD0E-D2D7-ADAE-A8F8-9F85FAC7D092}"/>
              </a:ext>
            </a:extLst>
          </p:cNvPr>
          <p:cNvCxnSpPr>
            <a:cxnSpLocks/>
          </p:cNvCxnSpPr>
          <p:nvPr userDrawn="1"/>
        </p:nvCxnSpPr>
        <p:spPr>
          <a:xfrm>
            <a:off x="6600190" y="584200"/>
            <a:ext cx="0" cy="2245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Hor">
            <a:extLst>
              <a:ext uri="{FF2B5EF4-FFF2-40B4-BE49-F238E27FC236}">
                <a16:creationId xmlns:a16="http://schemas.microsoft.com/office/drawing/2014/main" id="{2E310BD3-B6D2-B286-DE86-34E97BB4F0A9}"/>
              </a:ext>
            </a:extLst>
          </p:cNvPr>
          <p:cNvCxnSpPr>
            <a:cxnSpLocks/>
          </p:cNvCxnSpPr>
          <p:nvPr userDrawn="1"/>
        </p:nvCxnSpPr>
        <p:spPr>
          <a:xfrm flipH="1">
            <a:off x="6600190" y="592775"/>
            <a:ext cx="51501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Ver">
            <a:extLst>
              <a:ext uri="{FF2B5EF4-FFF2-40B4-BE49-F238E27FC236}">
                <a16:creationId xmlns:a16="http://schemas.microsoft.com/office/drawing/2014/main" id="{C1C27D69-F7DA-48DE-6847-3591A3B8A90E}"/>
              </a:ext>
            </a:extLst>
          </p:cNvPr>
          <p:cNvCxnSpPr>
            <a:cxnSpLocks/>
          </p:cNvCxnSpPr>
          <p:nvPr userDrawn="1"/>
        </p:nvCxnSpPr>
        <p:spPr>
          <a:xfrm>
            <a:off x="7108857" y="371628"/>
            <a:ext cx="0" cy="2245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Hor">
            <a:extLst>
              <a:ext uri="{FF2B5EF4-FFF2-40B4-BE49-F238E27FC236}">
                <a16:creationId xmlns:a16="http://schemas.microsoft.com/office/drawing/2014/main" id="{02488EED-7F6F-6081-DE35-A1726CCABA57}"/>
              </a:ext>
            </a:extLst>
          </p:cNvPr>
          <p:cNvCxnSpPr>
            <a:cxnSpLocks/>
          </p:cNvCxnSpPr>
          <p:nvPr userDrawn="1"/>
        </p:nvCxnSpPr>
        <p:spPr>
          <a:xfrm>
            <a:off x="7103142" y="377343"/>
            <a:ext cx="2139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Ver">
            <a:extLst>
              <a:ext uri="{FF2B5EF4-FFF2-40B4-BE49-F238E27FC236}">
                <a16:creationId xmlns:a16="http://schemas.microsoft.com/office/drawing/2014/main" id="{2C3216EB-A4AD-0A30-E9EB-58DC2B354883}"/>
              </a:ext>
            </a:extLst>
          </p:cNvPr>
          <p:cNvCxnSpPr>
            <a:cxnSpLocks/>
          </p:cNvCxnSpPr>
          <p:nvPr userDrawn="1"/>
        </p:nvCxnSpPr>
        <p:spPr>
          <a:xfrm>
            <a:off x="7312660" y="1905"/>
            <a:ext cx="0" cy="3792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762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itle Placeholder">
            <a:extLst>
              <a:ext uri="{FF2B5EF4-FFF2-40B4-BE49-F238E27FC236}">
                <a16:creationId xmlns:a16="http://schemas.microsoft.com/office/drawing/2014/main" id="{2FA80A4C-47D5-4435-4F7C-8B9B824D384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620510" y="1334776"/>
            <a:ext cx="4982066" cy="2215991"/>
          </a:xfrm>
          <a:prstGeom prst="rect">
            <a:avLst/>
          </a:prstGeom>
        </p:spPr>
        <p:txBody>
          <a:bodyPr vert="horz" wrap="square" lIns="18000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8AE4EC54-72A3-5F0D-B5F5-E135504F4BB2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8075612" y="3870792"/>
            <a:ext cx="3517439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7E1C8D7E-7D12-8C1B-B5AF-C5306C1E825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4"/>
            </p:custDataLst>
          </p:nvPr>
        </p:nvSpPr>
        <p:spPr>
          <a:xfrm>
            <a:off x="8075612" y="4427684"/>
            <a:ext cx="3517439" cy="1837541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33" name="Chart Placeholder 32">
            <a:extLst>
              <a:ext uri="{FF2B5EF4-FFF2-40B4-BE49-F238E27FC236}">
                <a16:creationId xmlns:a16="http://schemas.microsoft.com/office/drawing/2014/main" id="{7B52231D-7C82-01E9-873A-6D851A7E5835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>
          <a:xfrm>
            <a:off x="589425" y="1304925"/>
            <a:ext cx="5614525" cy="4968875"/>
          </a:xfrm>
        </p:spPr>
        <p:txBody>
          <a:bodyPr/>
          <a:lstStyle/>
          <a:p>
            <a:endParaRPr lang="ru-RU"/>
          </a:p>
        </p:txBody>
      </p:sp>
      <p:cxnSp>
        <p:nvCxnSpPr>
          <p:cNvPr id="4" name="Straight Connector Ver">
            <a:extLst>
              <a:ext uri="{FF2B5EF4-FFF2-40B4-BE49-F238E27FC236}">
                <a16:creationId xmlns:a16="http://schemas.microsoft.com/office/drawing/2014/main" id="{BA8F9A22-9B52-D412-8F24-A45A052254D8}"/>
              </a:ext>
            </a:extLst>
          </p:cNvPr>
          <p:cNvCxnSpPr/>
          <p:nvPr userDrawn="1"/>
        </p:nvCxnSpPr>
        <p:spPr>
          <a:xfrm>
            <a:off x="6415120" y="0"/>
            <a:ext cx="0" cy="68580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952F8FD-425F-5CA7-77DB-65BF8F5124BD}"/>
              </a:ext>
            </a:extLst>
          </p:cNvPr>
          <p:cNvSpPr/>
          <p:nvPr userDrawn="1"/>
        </p:nvSpPr>
        <p:spPr>
          <a:xfrm>
            <a:off x="7643713" y="605938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3062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itle Placeholder">
            <a:extLst>
              <a:ext uri="{FF2B5EF4-FFF2-40B4-BE49-F238E27FC236}">
                <a16:creationId xmlns:a16="http://schemas.microsoft.com/office/drawing/2014/main" id="{2FA80A4C-47D5-4435-4F7C-8B9B824D384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5173101" cy="2215991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8AE4EC54-72A3-5F0D-B5F5-E135504F4BB2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814949" y="3667126"/>
            <a:ext cx="3517439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7E1C8D7E-7D12-8C1B-B5AF-C5306C1E825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4"/>
            </p:custDataLst>
          </p:nvPr>
        </p:nvSpPr>
        <p:spPr>
          <a:xfrm>
            <a:off x="814949" y="4224018"/>
            <a:ext cx="3517439" cy="1837541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8C933-8D99-C8FC-F68C-667921E6065F}"/>
              </a:ext>
            </a:extLst>
          </p:cNvPr>
          <p:cNvSpPr/>
          <p:nvPr userDrawn="1"/>
        </p:nvSpPr>
        <p:spPr>
          <a:xfrm>
            <a:off x="11388625" y="59277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Chart Placeholder 32">
            <a:extLst>
              <a:ext uri="{FF2B5EF4-FFF2-40B4-BE49-F238E27FC236}">
                <a16:creationId xmlns:a16="http://schemas.microsoft.com/office/drawing/2014/main" id="{7B52231D-7C82-01E9-873A-6D851A7E5835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>
          <a:xfrm>
            <a:off x="6635950" y="1304925"/>
            <a:ext cx="4968675" cy="4968875"/>
          </a:xfrm>
        </p:spPr>
        <p:txBody>
          <a:bodyPr/>
          <a:lstStyle/>
          <a:p>
            <a:endParaRPr lang="ru-RU"/>
          </a:p>
        </p:txBody>
      </p:sp>
      <p:cxnSp>
        <p:nvCxnSpPr>
          <p:cNvPr id="7" name="Straight Connector Hor">
            <a:extLst>
              <a:ext uri="{FF2B5EF4-FFF2-40B4-BE49-F238E27FC236}">
                <a16:creationId xmlns:a16="http://schemas.microsoft.com/office/drawing/2014/main" id="{6C8A0FE2-22D6-D5C7-1C2E-7D4CFD263144}"/>
              </a:ext>
            </a:extLst>
          </p:cNvPr>
          <p:cNvCxnSpPr>
            <a:cxnSpLocks/>
          </p:cNvCxnSpPr>
          <p:nvPr userDrawn="1"/>
        </p:nvCxnSpPr>
        <p:spPr>
          <a:xfrm>
            <a:off x="0" y="6273800"/>
            <a:ext cx="620395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Ver">
            <a:extLst>
              <a:ext uri="{FF2B5EF4-FFF2-40B4-BE49-F238E27FC236}">
                <a16:creationId xmlns:a16="http://schemas.microsoft.com/office/drawing/2014/main" id="{55C66819-E2C4-1C66-6F99-9065BCF03AE4}"/>
              </a:ext>
            </a:extLst>
          </p:cNvPr>
          <p:cNvCxnSpPr>
            <a:cxnSpLocks/>
          </p:cNvCxnSpPr>
          <p:nvPr userDrawn="1"/>
        </p:nvCxnSpPr>
        <p:spPr>
          <a:xfrm flipV="1">
            <a:off x="6203950" y="800200"/>
            <a:ext cx="0" cy="547776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Hor">
            <a:extLst>
              <a:ext uri="{FF2B5EF4-FFF2-40B4-BE49-F238E27FC236}">
                <a16:creationId xmlns:a16="http://schemas.microsoft.com/office/drawing/2014/main" id="{445795AA-840A-93BE-08E8-4DCA9C3EA5D5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0140" y="803278"/>
            <a:ext cx="405463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Ver">
            <a:extLst>
              <a:ext uri="{FF2B5EF4-FFF2-40B4-BE49-F238E27FC236}">
                <a16:creationId xmlns:a16="http://schemas.microsoft.com/office/drawing/2014/main" id="{F28D931A-C675-D637-18A0-47EDE5894BF3}"/>
              </a:ext>
            </a:extLst>
          </p:cNvPr>
          <p:cNvCxnSpPr>
            <a:cxnSpLocks/>
          </p:cNvCxnSpPr>
          <p:nvPr userDrawn="1"/>
        </p:nvCxnSpPr>
        <p:spPr>
          <a:xfrm>
            <a:off x="6600190" y="584200"/>
            <a:ext cx="0" cy="22457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Hor">
            <a:extLst>
              <a:ext uri="{FF2B5EF4-FFF2-40B4-BE49-F238E27FC236}">
                <a16:creationId xmlns:a16="http://schemas.microsoft.com/office/drawing/2014/main" id="{16696321-67A6-F38F-61D9-27EC2FDEF2DD}"/>
              </a:ext>
            </a:extLst>
          </p:cNvPr>
          <p:cNvCxnSpPr>
            <a:cxnSpLocks/>
          </p:cNvCxnSpPr>
          <p:nvPr userDrawn="1"/>
        </p:nvCxnSpPr>
        <p:spPr>
          <a:xfrm flipH="1">
            <a:off x="6600190" y="592775"/>
            <a:ext cx="51501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Ver">
            <a:extLst>
              <a:ext uri="{FF2B5EF4-FFF2-40B4-BE49-F238E27FC236}">
                <a16:creationId xmlns:a16="http://schemas.microsoft.com/office/drawing/2014/main" id="{34DBE8F9-093E-7154-DB0C-024DF3BFCD26}"/>
              </a:ext>
            </a:extLst>
          </p:cNvPr>
          <p:cNvCxnSpPr>
            <a:cxnSpLocks/>
          </p:cNvCxnSpPr>
          <p:nvPr userDrawn="1"/>
        </p:nvCxnSpPr>
        <p:spPr>
          <a:xfrm>
            <a:off x="7108857" y="373533"/>
            <a:ext cx="0" cy="22457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Hor">
            <a:extLst>
              <a:ext uri="{FF2B5EF4-FFF2-40B4-BE49-F238E27FC236}">
                <a16:creationId xmlns:a16="http://schemas.microsoft.com/office/drawing/2014/main" id="{2E57006B-5F15-9163-8BC7-79493F0DEAA6}"/>
              </a:ext>
            </a:extLst>
          </p:cNvPr>
          <p:cNvCxnSpPr>
            <a:cxnSpLocks/>
          </p:cNvCxnSpPr>
          <p:nvPr userDrawn="1"/>
        </p:nvCxnSpPr>
        <p:spPr>
          <a:xfrm>
            <a:off x="7103142" y="377343"/>
            <a:ext cx="213963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Ver">
            <a:extLst>
              <a:ext uri="{FF2B5EF4-FFF2-40B4-BE49-F238E27FC236}">
                <a16:creationId xmlns:a16="http://schemas.microsoft.com/office/drawing/2014/main" id="{576FBD20-D32D-9A29-7FEE-77294E8DB471}"/>
              </a:ext>
            </a:extLst>
          </p:cNvPr>
          <p:cNvCxnSpPr>
            <a:cxnSpLocks/>
          </p:cNvCxnSpPr>
          <p:nvPr userDrawn="1"/>
        </p:nvCxnSpPr>
        <p:spPr>
          <a:xfrm>
            <a:off x="7312660" y="0"/>
            <a:ext cx="0" cy="379248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4304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/>
            <p:custDataLst>
              <p:tags r:id="rId1"/>
            </p:custDataLst>
          </p:nvPr>
        </p:nvSpPr>
        <p:spPr>
          <a:xfrm>
            <a:off x="587374" y="4974044"/>
            <a:ext cx="3529014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/>
            <p:custDataLst>
              <p:tags r:id="rId2"/>
            </p:custDataLst>
          </p:nvPr>
        </p:nvSpPr>
        <p:spPr>
          <a:xfrm>
            <a:off x="4331197" y="4972378"/>
            <a:ext cx="3528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7" name="Subtitle Placeholder 1">
            <a:extLst>
              <a:ext uri="{FF2B5EF4-FFF2-40B4-BE49-F238E27FC236}">
                <a16:creationId xmlns:a16="http://schemas.microsoft.com/office/drawing/2014/main" id="{3DEDFF03-DE8B-9F20-0245-6271A7339400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3"/>
            </p:custDataLst>
          </p:nvPr>
        </p:nvSpPr>
        <p:spPr>
          <a:xfrm>
            <a:off x="587374" y="4410473"/>
            <a:ext cx="352901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7E1FF189-0787-2621-03B5-C9310E0538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4"/>
            </p:custDataLst>
          </p:nvPr>
        </p:nvSpPr>
        <p:spPr>
          <a:xfrm>
            <a:off x="4331713" y="4410473"/>
            <a:ext cx="3528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/>
            <p:custDataLst>
              <p:tags r:id="rId5"/>
            </p:custDataLst>
          </p:nvPr>
        </p:nvSpPr>
        <p:spPr>
          <a:xfrm>
            <a:off x="8076626" y="4972378"/>
            <a:ext cx="3528000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3" name="Subtitle Placeholder 3">
            <a:extLst>
              <a:ext uri="{FF2B5EF4-FFF2-40B4-BE49-F238E27FC236}">
                <a16:creationId xmlns:a16="http://schemas.microsoft.com/office/drawing/2014/main" id="{665E2C0F-CD20-B36D-9CC9-2846D848016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6"/>
            </p:custDataLst>
          </p:nvPr>
        </p:nvSpPr>
        <p:spPr>
          <a:xfrm>
            <a:off x="8076626" y="4410473"/>
            <a:ext cx="3528000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Milestone Placeholder 1">
            <a:extLst>
              <a:ext uri="{FF2B5EF4-FFF2-40B4-BE49-F238E27FC236}">
                <a16:creationId xmlns:a16="http://schemas.microsoft.com/office/drawing/2014/main" id="{353CEC8B-02BC-C3F6-2E86-D4FBB551132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7"/>
            </p:custDataLst>
          </p:nvPr>
        </p:nvSpPr>
        <p:spPr>
          <a:xfrm>
            <a:off x="591649" y="3451077"/>
            <a:ext cx="3528000" cy="525886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Milestone Placeholder 2">
            <a:extLst>
              <a:ext uri="{FF2B5EF4-FFF2-40B4-BE49-F238E27FC236}">
                <a16:creationId xmlns:a16="http://schemas.microsoft.com/office/drawing/2014/main" id="{2F7E81ED-918A-4FBE-5AAD-A39C1858B35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8"/>
            </p:custDataLst>
          </p:nvPr>
        </p:nvSpPr>
        <p:spPr>
          <a:xfrm>
            <a:off x="4352769" y="3451077"/>
            <a:ext cx="3528000" cy="525886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" name="Milestone Placeholder 3">
            <a:extLst>
              <a:ext uri="{FF2B5EF4-FFF2-40B4-BE49-F238E27FC236}">
                <a16:creationId xmlns:a16="http://schemas.microsoft.com/office/drawing/2014/main" id="{3384920C-D74D-B088-CA64-EA32144F1C4B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9"/>
            </p:custDataLst>
          </p:nvPr>
        </p:nvSpPr>
        <p:spPr>
          <a:xfrm>
            <a:off x="8076626" y="3451077"/>
            <a:ext cx="3528000" cy="525886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</p:cNvCxnSpPr>
          <p:nvPr userDrawn="1"/>
        </p:nvCxnSpPr>
        <p:spPr>
          <a:xfrm>
            <a:off x="807463" y="2840021"/>
            <a:ext cx="0" cy="43597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4568582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8292440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2057767-97EC-55C6-2070-6BDB6235AAEF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4" y="2843831"/>
            <a:ext cx="11012977" cy="0"/>
          </a:xfrm>
          <a:prstGeom prst="line">
            <a:avLst/>
          </a:prstGeom>
          <a:ln w="2540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871F77-AB58-04F6-5E27-C75001AFA25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3275999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A0C719-0259-F45F-8060-0F4DC92397F4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151420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0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593985" y="1334776"/>
            <a:ext cx="11013664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EF742915-CB15-886D-8DA7-96492379FEF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18198" b="37044"/>
          <a:stretch>
            <a:fillRect/>
          </a:stretch>
        </p:blipFill>
        <p:spPr>
          <a:xfrm>
            <a:off x="10545903" y="-1"/>
            <a:ext cx="1070722" cy="91624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0431A8F4-FCD1-59B6-B288-A2CC570AF5BE}"/>
              </a:ext>
            </a:extLst>
          </p:cNvPr>
          <p:cNvSpPr/>
          <p:nvPr userDrawn="1"/>
        </p:nvSpPr>
        <p:spPr>
          <a:xfrm>
            <a:off x="8075613" y="57901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8464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</p:cNvCxnSpPr>
          <p:nvPr userDrawn="1"/>
        </p:nvCxnSpPr>
        <p:spPr>
          <a:xfrm>
            <a:off x="807463" y="2840021"/>
            <a:ext cx="0" cy="43597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3620437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6419950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2057767-97EC-55C6-2070-6BDB6235AAEF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4" y="2843831"/>
            <a:ext cx="11012977" cy="0"/>
          </a:xfrm>
          <a:prstGeom prst="line">
            <a:avLst/>
          </a:prstGeom>
          <a:ln w="2540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871F77-AB58-04F6-5E27-C75001AFA25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3275999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11013664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EF742915-CB15-886D-8DA7-96492379FEF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18198" b="37044"/>
          <a:stretch>
            <a:fillRect/>
          </a:stretch>
        </p:blipFill>
        <p:spPr>
          <a:xfrm>
            <a:off x="10545903" y="-1"/>
            <a:ext cx="1070722" cy="916249"/>
          </a:xfrm>
          <a:prstGeom prst="rect">
            <a:avLst/>
          </a:prstGeom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058F5F5-6082-076A-25F6-BE539A00B61F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589139" y="4974044"/>
            <a:ext cx="2592389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0EB2ACC-DE31-7C20-7756-628B048DC5E6}"/>
              </a:ext>
            </a:extLst>
          </p:cNvPr>
          <p:cNvSpPr>
            <a:spLocks noGrp="1"/>
          </p:cNvSpPr>
          <p:nvPr>
            <p:ph type="body" idx="29"/>
            <p:custDataLst>
              <p:tags r:id="rId4"/>
            </p:custDataLst>
          </p:nvPr>
        </p:nvSpPr>
        <p:spPr>
          <a:xfrm>
            <a:off x="3398554" y="4972378"/>
            <a:ext cx="2591644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6" name="Subtitle Placeholder 1">
            <a:extLst>
              <a:ext uri="{FF2B5EF4-FFF2-40B4-BE49-F238E27FC236}">
                <a16:creationId xmlns:a16="http://schemas.microsoft.com/office/drawing/2014/main" id="{FA76E25A-2505-7F3F-3A79-63AFEB2DC689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9139" y="4410473"/>
            <a:ext cx="2592389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0902B6A8-132A-91AF-CD47-9A030B3523D5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3398554" y="4410473"/>
            <a:ext cx="259164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42C6F98-18ED-639D-08FE-13F233A30A2D}"/>
              </a:ext>
            </a:extLst>
          </p:cNvPr>
          <p:cNvSpPr>
            <a:spLocks noGrp="1"/>
          </p:cNvSpPr>
          <p:nvPr>
            <p:ph type="body" idx="39"/>
            <p:custDataLst>
              <p:tags r:id="rId7"/>
            </p:custDataLst>
          </p:nvPr>
        </p:nvSpPr>
        <p:spPr>
          <a:xfrm>
            <a:off x="6206229" y="4972378"/>
            <a:ext cx="2591644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6" name="Subtitle Placeholder 3">
            <a:extLst>
              <a:ext uri="{FF2B5EF4-FFF2-40B4-BE49-F238E27FC236}">
                <a16:creationId xmlns:a16="http://schemas.microsoft.com/office/drawing/2014/main" id="{612095E5-4A62-3D7E-3225-734388AC1C21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6206229" y="4410473"/>
            <a:ext cx="259164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0" name="Milestone Placeholder 1">
            <a:extLst>
              <a:ext uri="{FF2B5EF4-FFF2-40B4-BE49-F238E27FC236}">
                <a16:creationId xmlns:a16="http://schemas.microsoft.com/office/drawing/2014/main" id="{9E3984B1-3703-17DF-2AB4-486A5A432834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89511" y="3451077"/>
            <a:ext cx="2591644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Milestone Placeholder 2">
            <a:extLst>
              <a:ext uri="{FF2B5EF4-FFF2-40B4-BE49-F238E27FC236}">
                <a16:creationId xmlns:a16="http://schemas.microsoft.com/office/drawing/2014/main" id="{844AEF29-75B2-AAC5-E68A-F45A931F6BB9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3398554" y="3451077"/>
            <a:ext cx="2591644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Milestone Placeholder 3">
            <a:extLst>
              <a:ext uri="{FF2B5EF4-FFF2-40B4-BE49-F238E27FC236}">
                <a16:creationId xmlns:a16="http://schemas.microsoft.com/office/drawing/2014/main" id="{1EB042F4-F723-E844-E3BB-E44D37DD6308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6206229" y="3451077"/>
            <a:ext cx="2591644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C035600-1BC9-18F1-9961-5EFB79FD22EC}"/>
              </a:ext>
            </a:extLst>
          </p:cNvPr>
          <p:cNvSpPr>
            <a:spLocks noGrp="1"/>
          </p:cNvSpPr>
          <p:nvPr>
            <p:ph type="body" idx="45"/>
            <p:custDataLst>
              <p:tags r:id="rId12"/>
            </p:custDataLst>
          </p:nvPr>
        </p:nvSpPr>
        <p:spPr>
          <a:xfrm>
            <a:off x="9014014" y="4972378"/>
            <a:ext cx="2591644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31" name="Subtitle Placeholder 4">
            <a:extLst>
              <a:ext uri="{FF2B5EF4-FFF2-40B4-BE49-F238E27FC236}">
                <a16:creationId xmlns:a16="http://schemas.microsoft.com/office/drawing/2014/main" id="{E3D5FD41-C4DC-1296-4657-86EA11A96E5A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3"/>
            </p:custDataLst>
          </p:nvPr>
        </p:nvSpPr>
        <p:spPr>
          <a:xfrm>
            <a:off x="9014014" y="4410473"/>
            <a:ext cx="2591644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5" name="Milestone Placeholder 4">
            <a:extLst>
              <a:ext uri="{FF2B5EF4-FFF2-40B4-BE49-F238E27FC236}">
                <a16:creationId xmlns:a16="http://schemas.microsoft.com/office/drawing/2014/main" id="{18E1DD6F-96D2-DFB7-C626-495036B8DD83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4"/>
            </p:custDataLst>
          </p:nvPr>
        </p:nvSpPr>
        <p:spPr>
          <a:xfrm>
            <a:off x="9014014" y="3451077"/>
            <a:ext cx="2591644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8" name="Straight Connector">
            <a:extLst>
              <a:ext uri="{FF2B5EF4-FFF2-40B4-BE49-F238E27FC236}">
                <a16:creationId xmlns:a16="http://schemas.microsoft.com/office/drawing/2014/main" id="{6F0FD45C-6696-5A4A-6814-78648AA44595}"/>
              </a:ext>
            </a:extLst>
          </p:cNvPr>
          <p:cNvCxnSpPr>
            <a:cxnSpLocks/>
          </p:cNvCxnSpPr>
          <p:nvPr userDrawn="1"/>
        </p:nvCxnSpPr>
        <p:spPr>
          <a:xfrm>
            <a:off x="9014014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895FE52-E611-75B5-24EA-51BEDA34EB1B}"/>
              </a:ext>
            </a:extLst>
          </p:cNvPr>
          <p:cNvSpPr/>
          <p:nvPr userDrawn="1"/>
        </p:nvSpPr>
        <p:spPr>
          <a:xfrm>
            <a:off x="11388625" y="2094966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1097E29-707B-6ACD-4CCF-5CA17544A2EA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151420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6147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</p:cNvCxnSpPr>
          <p:nvPr userDrawn="1"/>
        </p:nvCxnSpPr>
        <p:spPr>
          <a:xfrm>
            <a:off x="807463" y="2840021"/>
            <a:ext cx="0" cy="43597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3054563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5296034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2057767-97EC-55C6-2070-6BDB6235AAEF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4" y="2843831"/>
            <a:ext cx="11012977" cy="0"/>
          </a:xfrm>
          <a:prstGeom prst="line">
            <a:avLst/>
          </a:prstGeom>
          <a:ln w="2540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871F77-AB58-04F6-5E27-C75001AFA25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3275999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11013664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EF742915-CB15-886D-8DA7-96492379FEF1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18198" b="37044"/>
          <a:stretch>
            <a:fillRect/>
          </a:stretch>
        </p:blipFill>
        <p:spPr>
          <a:xfrm>
            <a:off x="10545903" y="-1"/>
            <a:ext cx="1070722" cy="916249"/>
          </a:xfrm>
          <a:prstGeom prst="rect">
            <a:avLst/>
          </a:prstGeom>
        </p:spPr>
      </p:pic>
      <p:cxnSp>
        <p:nvCxnSpPr>
          <p:cNvPr id="38" name="Straight Connector">
            <a:extLst>
              <a:ext uri="{FF2B5EF4-FFF2-40B4-BE49-F238E27FC236}">
                <a16:creationId xmlns:a16="http://schemas.microsoft.com/office/drawing/2014/main" id="{6F0FD45C-6696-5A4A-6814-78648AA44595}"/>
              </a:ext>
            </a:extLst>
          </p:cNvPr>
          <p:cNvCxnSpPr>
            <a:cxnSpLocks/>
          </p:cNvCxnSpPr>
          <p:nvPr userDrawn="1"/>
        </p:nvCxnSpPr>
        <p:spPr>
          <a:xfrm>
            <a:off x="7554800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895FE52-E611-75B5-24EA-51BEDA34EB1B}"/>
              </a:ext>
            </a:extLst>
          </p:cNvPr>
          <p:cNvSpPr/>
          <p:nvPr userDrawn="1"/>
        </p:nvSpPr>
        <p:spPr>
          <a:xfrm>
            <a:off x="8796238" y="59059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FE3CC9-8978-6A8E-3054-79BE25C4250E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589325" y="4974044"/>
            <a:ext cx="2016000" cy="1287134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7" name="Subtitle Placeholder 1">
            <a:extLst>
              <a:ext uri="{FF2B5EF4-FFF2-40B4-BE49-F238E27FC236}">
                <a16:creationId xmlns:a16="http://schemas.microsoft.com/office/drawing/2014/main" id="{1D80197F-AC82-8EC9-8948-39EC45BB45E1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4"/>
            </p:custDataLst>
          </p:nvPr>
        </p:nvSpPr>
        <p:spPr>
          <a:xfrm>
            <a:off x="589325" y="4410473"/>
            <a:ext cx="2016000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Milestone Placeholder 1">
            <a:extLst>
              <a:ext uri="{FF2B5EF4-FFF2-40B4-BE49-F238E27FC236}">
                <a16:creationId xmlns:a16="http://schemas.microsoft.com/office/drawing/2014/main" id="{58C4104A-A0DA-6528-0C3E-8A3DBF73D8E9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5"/>
            </p:custDataLst>
          </p:nvPr>
        </p:nvSpPr>
        <p:spPr>
          <a:xfrm>
            <a:off x="589325" y="3451077"/>
            <a:ext cx="2016000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D96379-E85C-D8E3-4E9E-5324002683AC}"/>
              </a:ext>
            </a:extLst>
          </p:cNvPr>
          <p:cNvSpPr>
            <a:spLocks noGrp="1"/>
          </p:cNvSpPr>
          <p:nvPr>
            <p:ph type="body" idx="29"/>
            <p:custDataLst>
              <p:tags r:id="rId6"/>
            </p:custDataLst>
          </p:nvPr>
        </p:nvSpPr>
        <p:spPr>
          <a:xfrm>
            <a:off x="2839150" y="4972378"/>
            <a:ext cx="2016000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9" name="Subtitle Placeholder 2">
            <a:extLst>
              <a:ext uri="{FF2B5EF4-FFF2-40B4-BE49-F238E27FC236}">
                <a16:creationId xmlns:a16="http://schemas.microsoft.com/office/drawing/2014/main" id="{5B3A27F1-05AE-2AAB-5FEA-B0DE1E365811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2839150" y="4410473"/>
            <a:ext cx="2016000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Milestone Placeholder 2">
            <a:extLst>
              <a:ext uri="{FF2B5EF4-FFF2-40B4-BE49-F238E27FC236}">
                <a16:creationId xmlns:a16="http://schemas.microsoft.com/office/drawing/2014/main" id="{E14E5F82-D24D-CAF5-1D32-D5292C31BF66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8"/>
            </p:custDataLst>
          </p:nvPr>
        </p:nvSpPr>
        <p:spPr>
          <a:xfrm>
            <a:off x="2839150" y="3451077"/>
            <a:ext cx="2016000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15F8121-E757-8A95-934F-6879A5A3E471}"/>
              </a:ext>
            </a:extLst>
          </p:cNvPr>
          <p:cNvSpPr>
            <a:spLocks noGrp="1"/>
          </p:cNvSpPr>
          <p:nvPr>
            <p:ph type="body" idx="39"/>
            <p:custDataLst>
              <p:tags r:id="rId9"/>
            </p:custDataLst>
          </p:nvPr>
        </p:nvSpPr>
        <p:spPr>
          <a:xfrm>
            <a:off x="5088975" y="4972378"/>
            <a:ext cx="2016000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2" name="Subtitle Placeholder 3">
            <a:extLst>
              <a:ext uri="{FF2B5EF4-FFF2-40B4-BE49-F238E27FC236}">
                <a16:creationId xmlns:a16="http://schemas.microsoft.com/office/drawing/2014/main" id="{3E144958-75CF-4D1B-3912-043294B9BFDB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5088975" y="4410473"/>
            <a:ext cx="2016000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3" name="Milestone Placeholder 3">
            <a:extLst>
              <a:ext uri="{FF2B5EF4-FFF2-40B4-BE49-F238E27FC236}">
                <a16:creationId xmlns:a16="http://schemas.microsoft.com/office/drawing/2014/main" id="{7EB7A703-8AD9-71C7-FAA1-BC411F2D0A4C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5088975" y="3451077"/>
            <a:ext cx="2016000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CF87395E-C5A4-2D13-EB97-9535CC2B9CC6}"/>
              </a:ext>
            </a:extLst>
          </p:cNvPr>
          <p:cNvSpPr>
            <a:spLocks noGrp="1"/>
          </p:cNvSpPr>
          <p:nvPr>
            <p:ph type="body" idx="45"/>
            <p:custDataLst>
              <p:tags r:id="rId12"/>
            </p:custDataLst>
          </p:nvPr>
        </p:nvSpPr>
        <p:spPr>
          <a:xfrm>
            <a:off x="9588625" y="4972378"/>
            <a:ext cx="2016000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34" name="Subtitle Placeholder 5">
            <a:extLst>
              <a:ext uri="{FF2B5EF4-FFF2-40B4-BE49-F238E27FC236}">
                <a16:creationId xmlns:a16="http://schemas.microsoft.com/office/drawing/2014/main" id="{34FFAB0C-2F07-5FF5-1E8D-2933FE2775B1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3"/>
            </p:custDataLst>
          </p:nvPr>
        </p:nvSpPr>
        <p:spPr>
          <a:xfrm>
            <a:off x="9588625" y="4410473"/>
            <a:ext cx="2016000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9" name="Milestone Placeholder  5">
            <a:extLst>
              <a:ext uri="{FF2B5EF4-FFF2-40B4-BE49-F238E27FC236}">
                <a16:creationId xmlns:a16="http://schemas.microsoft.com/office/drawing/2014/main" id="{76C45348-6755-FB1A-7F2B-A4C6F4EBE05F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4"/>
            </p:custDataLst>
          </p:nvPr>
        </p:nvSpPr>
        <p:spPr>
          <a:xfrm>
            <a:off x="9588625" y="3451077"/>
            <a:ext cx="2016000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24118AE9-A178-9B38-B1E9-F8987C51A6BD}"/>
              </a:ext>
            </a:extLst>
          </p:cNvPr>
          <p:cNvSpPr>
            <a:spLocks noGrp="1"/>
          </p:cNvSpPr>
          <p:nvPr>
            <p:ph type="body" idx="48"/>
            <p:custDataLst>
              <p:tags r:id="rId15"/>
            </p:custDataLst>
          </p:nvPr>
        </p:nvSpPr>
        <p:spPr>
          <a:xfrm>
            <a:off x="7338800" y="4972378"/>
            <a:ext cx="2016000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43" name="Subtitle Placeholder 4">
            <a:extLst>
              <a:ext uri="{FF2B5EF4-FFF2-40B4-BE49-F238E27FC236}">
                <a16:creationId xmlns:a16="http://schemas.microsoft.com/office/drawing/2014/main" id="{1157BC34-3107-42F9-A0F1-4D3835DB910F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6"/>
            </p:custDataLst>
          </p:nvPr>
        </p:nvSpPr>
        <p:spPr>
          <a:xfrm>
            <a:off x="7338800" y="4410473"/>
            <a:ext cx="2016000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45" name="Milestone Placeholder 4">
            <a:extLst>
              <a:ext uri="{FF2B5EF4-FFF2-40B4-BE49-F238E27FC236}">
                <a16:creationId xmlns:a16="http://schemas.microsoft.com/office/drawing/2014/main" id="{F76032EE-E39E-4C9F-F3EC-ACBFB92BE28F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17"/>
            </p:custDataLst>
          </p:nvPr>
        </p:nvSpPr>
        <p:spPr>
          <a:xfrm>
            <a:off x="7338800" y="3451077"/>
            <a:ext cx="2016000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F91E070E-C133-7A92-C995-3C368120A036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151420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">
            <a:extLst>
              <a:ext uri="{FF2B5EF4-FFF2-40B4-BE49-F238E27FC236}">
                <a16:creationId xmlns:a16="http://schemas.microsoft.com/office/drawing/2014/main" id="{5DAE45FF-656F-3DD1-E1EE-7006EE062F26}"/>
              </a:ext>
            </a:extLst>
          </p:cNvPr>
          <p:cNvCxnSpPr>
            <a:cxnSpLocks/>
          </p:cNvCxnSpPr>
          <p:nvPr userDrawn="1"/>
        </p:nvCxnSpPr>
        <p:spPr>
          <a:xfrm>
            <a:off x="9805085" y="2843605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614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11013664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EF742915-CB15-886D-8DA7-96492379FEF1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t="18198" b="37044"/>
          <a:stretch>
            <a:fillRect/>
          </a:stretch>
        </p:blipFill>
        <p:spPr>
          <a:xfrm>
            <a:off x="10545903" y="-1"/>
            <a:ext cx="1070722" cy="916249"/>
          </a:xfrm>
          <a:prstGeom prst="rect">
            <a:avLst/>
          </a:prstGeom>
        </p:spPr>
      </p:pic>
      <p:sp>
        <p:nvSpPr>
          <p:cNvPr id="53" name="Text Placeholder 1">
            <a:extLst>
              <a:ext uri="{FF2B5EF4-FFF2-40B4-BE49-F238E27FC236}">
                <a16:creationId xmlns:a16="http://schemas.microsoft.com/office/drawing/2014/main" id="{E81C7EB9-128A-322D-53DE-D7F749398B6F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589325" y="4963884"/>
            <a:ext cx="1659600" cy="1339200"/>
          </a:xfrm>
        </p:spPr>
        <p:txBody>
          <a:bodyPr lIns="72000" tIns="108000" rIns="72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527AB54-B13B-6D4F-4E4B-17C2F5972123}"/>
              </a:ext>
            </a:extLst>
          </p:cNvPr>
          <p:cNvSpPr>
            <a:spLocks noGrp="1"/>
          </p:cNvSpPr>
          <p:nvPr>
            <p:ph type="body" idx="29"/>
            <p:custDataLst>
              <p:tags r:id="rId4"/>
            </p:custDataLst>
          </p:nvPr>
        </p:nvSpPr>
        <p:spPr>
          <a:xfrm>
            <a:off x="2477063" y="4962218"/>
            <a:ext cx="1659600" cy="1339200"/>
          </a:xfrm>
        </p:spPr>
        <p:txBody>
          <a:bodyPr lIns="72000" tIns="108000" rIns="72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55" name="Subtitle Placeholder 1">
            <a:extLst>
              <a:ext uri="{FF2B5EF4-FFF2-40B4-BE49-F238E27FC236}">
                <a16:creationId xmlns:a16="http://schemas.microsoft.com/office/drawing/2014/main" id="{90ACF7A1-214F-9F44-F696-8CEAA4DC597F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9325" y="4089379"/>
            <a:ext cx="1659600" cy="830997"/>
          </a:xfr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6" name="Subtitle Placeholder 2">
            <a:extLst>
              <a:ext uri="{FF2B5EF4-FFF2-40B4-BE49-F238E27FC236}">
                <a16:creationId xmlns:a16="http://schemas.microsoft.com/office/drawing/2014/main" id="{96F46E44-6A6F-F7CA-616D-D379F91777B3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2477063" y="4089379"/>
            <a:ext cx="1659600" cy="830997"/>
          </a:xfr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F659F406-544E-4AA6-13F8-37643C7DE674}"/>
              </a:ext>
            </a:extLst>
          </p:cNvPr>
          <p:cNvSpPr>
            <a:spLocks noGrp="1"/>
          </p:cNvSpPr>
          <p:nvPr>
            <p:ph type="body" idx="39"/>
            <p:custDataLst>
              <p:tags r:id="rId7"/>
            </p:custDataLst>
          </p:nvPr>
        </p:nvSpPr>
        <p:spPr>
          <a:xfrm>
            <a:off x="4345400" y="4962218"/>
            <a:ext cx="1659600" cy="1339200"/>
          </a:xfrm>
        </p:spPr>
        <p:txBody>
          <a:bodyPr lIns="72000" tIns="108000" rIns="72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58" name="Subtitle Placeholder 3">
            <a:extLst>
              <a:ext uri="{FF2B5EF4-FFF2-40B4-BE49-F238E27FC236}">
                <a16:creationId xmlns:a16="http://schemas.microsoft.com/office/drawing/2014/main" id="{5785EA06-5586-DDFB-5F70-6214A9A6D44B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4345400" y="4089379"/>
            <a:ext cx="1659600" cy="830997"/>
          </a:xfr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2" name="Milestone Placeholder 1">
            <a:extLst>
              <a:ext uri="{FF2B5EF4-FFF2-40B4-BE49-F238E27FC236}">
                <a16:creationId xmlns:a16="http://schemas.microsoft.com/office/drawing/2014/main" id="{74FBE967-2E23-45B9-54CF-1EDA5556A6C7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89325" y="2968000"/>
            <a:ext cx="1659600" cy="875588"/>
          </a:xfrm>
        </p:spPr>
        <p:txBody>
          <a:bodyPr wrap="square" lIns="72000" tIns="72000" rIns="72000" bIns="72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3" name="Milestone Placeholder 2">
            <a:extLst>
              <a:ext uri="{FF2B5EF4-FFF2-40B4-BE49-F238E27FC236}">
                <a16:creationId xmlns:a16="http://schemas.microsoft.com/office/drawing/2014/main" id="{50F88DB8-BC8D-8DF9-E3A9-7802E3DA9031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2477063" y="2968394"/>
            <a:ext cx="1659600" cy="874800"/>
          </a:xfrm>
        </p:spPr>
        <p:txBody>
          <a:bodyPr wrap="square" lIns="72000" tIns="72000" rIns="72000" bIns="72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4" name="Milestone Placeholder 3">
            <a:extLst>
              <a:ext uri="{FF2B5EF4-FFF2-40B4-BE49-F238E27FC236}">
                <a16:creationId xmlns:a16="http://schemas.microsoft.com/office/drawing/2014/main" id="{280B515D-7370-0DBA-3140-99F10999CF29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4345400" y="2968394"/>
            <a:ext cx="1659600" cy="874800"/>
          </a:xfrm>
        </p:spPr>
        <p:txBody>
          <a:bodyPr wrap="square" lIns="72000" tIns="72000" rIns="72000" bIns="72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65" name="Straight Connector">
            <a:extLst>
              <a:ext uri="{FF2B5EF4-FFF2-40B4-BE49-F238E27FC236}">
                <a16:creationId xmlns:a16="http://schemas.microsoft.com/office/drawing/2014/main" id="{87F53340-6BEB-661D-0C48-A8A0C278C046}"/>
              </a:ext>
            </a:extLst>
          </p:cNvPr>
          <p:cNvCxnSpPr>
            <a:cxnSpLocks/>
          </p:cNvCxnSpPr>
          <p:nvPr userDrawn="1"/>
        </p:nvCxnSpPr>
        <p:spPr>
          <a:xfrm>
            <a:off x="1443639" y="2539415"/>
            <a:ext cx="317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">
            <a:extLst>
              <a:ext uri="{FF2B5EF4-FFF2-40B4-BE49-F238E27FC236}">
                <a16:creationId xmlns:a16="http://schemas.microsoft.com/office/drawing/2014/main" id="{31CDBC66-EE3B-E325-2F6C-BF53887628B8}"/>
              </a:ext>
            </a:extLst>
          </p:cNvPr>
          <p:cNvCxnSpPr>
            <a:cxnSpLocks/>
          </p:cNvCxnSpPr>
          <p:nvPr userDrawn="1"/>
        </p:nvCxnSpPr>
        <p:spPr>
          <a:xfrm>
            <a:off x="3306863" y="2535606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">
            <a:extLst>
              <a:ext uri="{FF2B5EF4-FFF2-40B4-BE49-F238E27FC236}">
                <a16:creationId xmlns:a16="http://schemas.microsoft.com/office/drawing/2014/main" id="{435B1214-D4D6-128A-3C3D-FFD2CA03F334}"/>
              </a:ext>
            </a:extLst>
          </p:cNvPr>
          <p:cNvCxnSpPr>
            <a:cxnSpLocks/>
          </p:cNvCxnSpPr>
          <p:nvPr userDrawn="1"/>
        </p:nvCxnSpPr>
        <p:spPr>
          <a:xfrm>
            <a:off x="8903985" y="2535606"/>
            <a:ext cx="1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7FF7164-3CC5-23E9-BE98-7FA3D5512D57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2535605"/>
            <a:ext cx="1101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9E2F28FA-D27A-BFC6-1334-6F6E9B74CAE3}"/>
              </a:ext>
            </a:extLst>
          </p:cNvPr>
          <p:cNvSpPr>
            <a:spLocks noGrp="1"/>
          </p:cNvSpPr>
          <p:nvPr userDrawn="1">
            <p:ph type="body" idx="45"/>
            <p:custDataLst>
              <p:tags r:id="rId12"/>
            </p:custDataLst>
          </p:nvPr>
        </p:nvSpPr>
        <p:spPr>
          <a:xfrm>
            <a:off x="8074185" y="4962218"/>
            <a:ext cx="1659600" cy="1339200"/>
          </a:xfrm>
        </p:spPr>
        <p:txBody>
          <a:bodyPr lIns="72000" tIns="108000" rIns="72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74" name="Subtitle Placeholder 5">
            <a:extLst>
              <a:ext uri="{FF2B5EF4-FFF2-40B4-BE49-F238E27FC236}">
                <a16:creationId xmlns:a16="http://schemas.microsoft.com/office/drawing/2014/main" id="{814516B7-E220-F552-BED9-497C1F13A69B}"/>
              </a:ext>
            </a:extLst>
          </p:cNvPr>
          <p:cNvSpPr>
            <a:spLocks noGrp="1"/>
          </p:cNvSpPr>
          <p:nvPr userDrawn="1">
            <p:ph type="body" idx="46" hasCustomPrompt="1"/>
            <p:custDataLst>
              <p:tags r:id="rId13"/>
            </p:custDataLst>
          </p:nvPr>
        </p:nvSpPr>
        <p:spPr>
          <a:xfrm>
            <a:off x="8074185" y="4089379"/>
            <a:ext cx="1659600" cy="830997"/>
          </a:xfr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76" name="Milestone Placeholder 5">
            <a:extLst>
              <a:ext uri="{FF2B5EF4-FFF2-40B4-BE49-F238E27FC236}">
                <a16:creationId xmlns:a16="http://schemas.microsoft.com/office/drawing/2014/main" id="{941AE05A-CAA4-8DFC-D42A-C4C2A1B96ADF}"/>
              </a:ext>
            </a:extLst>
          </p:cNvPr>
          <p:cNvSpPr>
            <a:spLocks noGrp="1"/>
          </p:cNvSpPr>
          <p:nvPr userDrawn="1">
            <p:ph type="body" idx="47" hasCustomPrompt="1"/>
            <p:custDataLst>
              <p:tags r:id="rId14"/>
            </p:custDataLst>
          </p:nvPr>
        </p:nvSpPr>
        <p:spPr>
          <a:xfrm>
            <a:off x="8074185" y="2968394"/>
            <a:ext cx="1659600" cy="874800"/>
          </a:xfrm>
        </p:spPr>
        <p:txBody>
          <a:bodyPr wrap="square" lIns="72000" tIns="72000" rIns="72000" bIns="72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77" name="Straight Connector">
            <a:extLst>
              <a:ext uri="{FF2B5EF4-FFF2-40B4-BE49-F238E27FC236}">
                <a16:creationId xmlns:a16="http://schemas.microsoft.com/office/drawing/2014/main" id="{11E4F8F5-030B-1D4A-0653-EE43B6FCA805}"/>
              </a:ext>
            </a:extLst>
          </p:cNvPr>
          <p:cNvCxnSpPr>
            <a:cxnSpLocks/>
          </p:cNvCxnSpPr>
          <p:nvPr userDrawn="1"/>
        </p:nvCxnSpPr>
        <p:spPr>
          <a:xfrm>
            <a:off x="5169545" y="2531795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5157691E-B59D-1450-97DB-A4DB358E4545}"/>
              </a:ext>
            </a:extLst>
          </p:cNvPr>
          <p:cNvSpPr>
            <a:spLocks noGrp="1"/>
          </p:cNvSpPr>
          <p:nvPr userDrawn="1">
            <p:ph type="body" idx="48"/>
            <p:custDataLst>
              <p:tags r:id="rId15"/>
            </p:custDataLst>
          </p:nvPr>
        </p:nvSpPr>
        <p:spPr>
          <a:xfrm>
            <a:off x="6202970" y="4962218"/>
            <a:ext cx="1659600" cy="1339200"/>
          </a:xfrm>
        </p:spPr>
        <p:txBody>
          <a:bodyPr lIns="72000" tIns="108000" rIns="72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79" name="Subtitle Placeholder 4">
            <a:extLst>
              <a:ext uri="{FF2B5EF4-FFF2-40B4-BE49-F238E27FC236}">
                <a16:creationId xmlns:a16="http://schemas.microsoft.com/office/drawing/2014/main" id="{3C5F0E3C-C346-2CA4-9E62-1139D02879DB}"/>
              </a:ext>
            </a:extLst>
          </p:cNvPr>
          <p:cNvSpPr>
            <a:spLocks noGrp="1"/>
          </p:cNvSpPr>
          <p:nvPr userDrawn="1">
            <p:ph type="body" idx="49" hasCustomPrompt="1"/>
            <p:custDataLst>
              <p:tags r:id="rId16"/>
            </p:custDataLst>
          </p:nvPr>
        </p:nvSpPr>
        <p:spPr>
          <a:xfrm>
            <a:off x="6202970" y="4089379"/>
            <a:ext cx="1659600" cy="830997"/>
          </a:xfr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1" name="Milestone Placeholder 4">
            <a:extLst>
              <a:ext uri="{FF2B5EF4-FFF2-40B4-BE49-F238E27FC236}">
                <a16:creationId xmlns:a16="http://schemas.microsoft.com/office/drawing/2014/main" id="{F9144C4A-4267-3AF2-FD90-829F8D3BE66D}"/>
              </a:ext>
            </a:extLst>
          </p:cNvPr>
          <p:cNvSpPr>
            <a:spLocks noGrp="1"/>
          </p:cNvSpPr>
          <p:nvPr userDrawn="1">
            <p:ph type="body" idx="50" hasCustomPrompt="1"/>
            <p:custDataLst>
              <p:tags r:id="rId17"/>
            </p:custDataLst>
          </p:nvPr>
        </p:nvSpPr>
        <p:spPr>
          <a:xfrm>
            <a:off x="6202970" y="2968394"/>
            <a:ext cx="1659600" cy="874800"/>
          </a:xfrm>
        </p:spPr>
        <p:txBody>
          <a:bodyPr wrap="square" lIns="72000" tIns="72000" rIns="72000" bIns="72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82" name="Straight Connector">
            <a:extLst>
              <a:ext uri="{FF2B5EF4-FFF2-40B4-BE49-F238E27FC236}">
                <a16:creationId xmlns:a16="http://schemas.microsoft.com/office/drawing/2014/main" id="{7CEB96F3-F749-76BF-CDAB-F717EC0BE258}"/>
              </a:ext>
            </a:extLst>
          </p:cNvPr>
          <p:cNvCxnSpPr>
            <a:cxnSpLocks/>
          </p:cNvCxnSpPr>
          <p:nvPr userDrawn="1"/>
        </p:nvCxnSpPr>
        <p:spPr>
          <a:xfrm>
            <a:off x="7032770" y="2531795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">
            <a:extLst>
              <a:ext uri="{FF2B5EF4-FFF2-40B4-BE49-F238E27FC236}">
                <a16:creationId xmlns:a16="http://schemas.microsoft.com/office/drawing/2014/main" id="{CB67B7B7-9F46-7B5B-7ADB-D5EB7904989C}"/>
              </a:ext>
            </a:extLst>
          </p:cNvPr>
          <p:cNvCxnSpPr>
            <a:cxnSpLocks/>
          </p:cNvCxnSpPr>
          <p:nvPr userDrawn="1"/>
        </p:nvCxnSpPr>
        <p:spPr>
          <a:xfrm>
            <a:off x="10775199" y="2535606"/>
            <a:ext cx="1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 Placeholder 6">
            <a:extLst>
              <a:ext uri="{FF2B5EF4-FFF2-40B4-BE49-F238E27FC236}">
                <a16:creationId xmlns:a16="http://schemas.microsoft.com/office/drawing/2014/main" id="{4475D0A6-B22E-C660-A46A-6A9B2788091C}"/>
              </a:ext>
            </a:extLst>
          </p:cNvPr>
          <p:cNvSpPr>
            <a:spLocks noGrp="1"/>
          </p:cNvSpPr>
          <p:nvPr userDrawn="1">
            <p:ph type="body" idx="51"/>
            <p:custDataLst>
              <p:tags r:id="rId18"/>
            </p:custDataLst>
          </p:nvPr>
        </p:nvSpPr>
        <p:spPr>
          <a:xfrm>
            <a:off x="9945399" y="4962218"/>
            <a:ext cx="1659600" cy="1339200"/>
          </a:xfrm>
        </p:spPr>
        <p:txBody>
          <a:bodyPr lIns="72000" tIns="108000" rIns="72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85" name="Subtitle Placeholder 6">
            <a:extLst>
              <a:ext uri="{FF2B5EF4-FFF2-40B4-BE49-F238E27FC236}">
                <a16:creationId xmlns:a16="http://schemas.microsoft.com/office/drawing/2014/main" id="{E9B00BE9-18F8-9D36-2AE4-1B58077158AA}"/>
              </a:ext>
            </a:extLst>
          </p:cNvPr>
          <p:cNvSpPr>
            <a:spLocks noGrp="1"/>
          </p:cNvSpPr>
          <p:nvPr userDrawn="1">
            <p:ph type="body" idx="52" hasCustomPrompt="1"/>
            <p:custDataLst>
              <p:tags r:id="rId19"/>
            </p:custDataLst>
          </p:nvPr>
        </p:nvSpPr>
        <p:spPr>
          <a:xfrm>
            <a:off x="9945399" y="4089379"/>
            <a:ext cx="1659600" cy="830997"/>
          </a:xfr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7" name="Milestone Placeholder 6">
            <a:extLst>
              <a:ext uri="{FF2B5EF4-FFF2-40B4-BE49-F238E27FC236}">
                <a16:creationId xmlns:a16="http://schemas.microsoft.com/office/drawing/2014/main" id="{1CBCB98A-53CE-8DFF-C9D0-E1DDA51C532C}"/>
              </a:ext>
            </a:extLst>
          </p:cNvPr>
          <p:cNvSpPr>
            <a:spLocks noGrp="1"/>
          </p:cNvSpPr>
          <p:nvPr userDrawn="1">
            <p:ph type="body" idx="53" hasCustomPrompt="1"/>
            <p:custDataLst>
              <p:tags r:id="rId20"/>
            </p:custDataLst>
          </p:nvPr>
        </p:nvSpPr>
        <p:spPr>
          <a:xfrm>
            <a:off x="9945399" y="2968394"/>
            <a:ext cx="1659600" cy="874800"/>
          </a:xfrm>
        </p:spPr>
        <p:txBody>
          <a:bodyPr wrap="square" lIns="72000" tIns="72000" rIns="72000" bIns="72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2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26E41E9-5071-D767-4E8A-BC0FC5FF2B36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2967773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D57A979-2D41-3ED1-9F93-C32894D3B14C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3843194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DC489FA9-946C-9243-F149-048816C2D65A}"/>
              </a:ext>
            </a:extLst>
          </p:cNvPr>
          <p:cNvSpPr/>
          <p:nvPr userDrawn="1"/>
        </p:nvSpPr>
        <p:spPr>
          <a:xfrm>
            <a:off x="11388625" y="2094966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7574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/>
            <p:custDataLst>
              <p:tags r:id="rId1"/>
            </p:custDataLst>
          </p:nvPr>
        </p:nvSpPr>
        <p:spPr>
          <a:xfrm>
            <a:off x="587374" y="4974044"/>
            <a:ext cx="3529014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/>
            <p:custDataLst>
              <p:tags r:id="rId2"/>
            </p:custDataLst>
          </p:nvPr>
        </p:nvSpPr>
        <p:spPr>
          <a:xfrm>
            <a:off x="4331197" y="4972378"/>
            <a:ext cx="3528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7" name="Subtitle Placeholder 1">
            <a:extLst>
              <a:ext uri="{FF2B5EF4-FFF2-40B4-BE49-F238E27FC236}">
                <a16:creationId xmlns:a16="http://schemas.microsoft.com/office/drawing/2014/main" id="{3DEDFF03-DE8B-9F20-0245-6271A7339400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3"/>
            </p:custDataLst>
          </p:nvPr>
        </p:nvSpPr>
        <p:spPr>
          <a:xfrm>
            <a:off x="587374" y="4410473"/>
            <a:ext cx="352901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7E1FF189-0787-2621-03B5-C9310E0538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4"/>
            </p:custDataLst>
          </p:nvPr>
        </p:nvSpPr>
        <p:spPr>
          <a:xfrm>
            <a:off x="4331713" y="4410473"/>
            <a:ext cx="3528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/>
            <p:custDataLst>
              <p:tags r:id="rId5"/>
            </p:custDataLst>
          </p:nvPr>
        </p:nvSpPr>
        <p:spPr>
          <a:xfrm>
            <a:off x="8076626" y="4972378"/>
            <a:ext cx="3528000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3" name="Subtitle Placeholder 3">
            <a:extLst>
              <a:ext uri="{FF2B5EF4-FFF2-40B4-BE49-F238E27FC236}">
                <a16:creationId xmlns:a16="http://schemas.microsoft.com/office/drawing/2014/main" id="{665E2C0F-CD20-B36D-9CC9-2846D848016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6"/>
            </p:custDataLst>
          </p:nvPr>
        </p:nvSpPr>
        <p:spPr>
          <a:xfrm>
            <a:off x="8076626" y="4410473"/>
            <a:ext cx="3528000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Milestone Placeholder 1">
            <a:extLst>
              <a:ext uri="{FF2B5EF4-FFF2-40B4-BE49-F238E27FC236}">
                <a16:creationId xmlns:a16="http://schemas.microsoft.com/office/drawing/2014/main" id="{353CEC8B-02BC-C3F6-2E86-D4FBB551132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7"/>
            </p:custDataLst>
          </p:nvPr>
        </p:nvSpPr>
        <p:spPr>
          <a:xfrm>
            <a:off x="591649" y="3451077"/>
            <a:ext cx="3528000" cy="525886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Milestone Placeholder 2">
            <a:extLst>
              <a:ext uri="{FF2B5EF4-FFF2-40B4-BE49-F238E27FC236}">
                <a16:creationId xmlns:a16="http://schemas.microsoft.com/office/drawing/2014/main" id="{2F7E81ED-918A-4FBE-5AAD-A39C1858B35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8"/>
            </p:custDataLst>
          </p:nvPr>
        </p:nvSpPr>
        <p:spPr>
          <a:xfrm>
            <a:off x="4352769" y="3451077"/>
            <a:ext cx="3528000" cy="525886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" name="Milestone Placeholder 3">
            <a:extLst>
              <a:ext uri="{FF2B5EF4-FFF2-40B4-BE49-F238E27FC236}">
                <a16:creationId xmlns:a16="http://schemas.microsoft.com/office/drawing/2014/main" id="{3384920C-D74D-B088-CA64-EA32144F1C4B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9"/>
            </p:custDataLst>
          </p:nvPr>
        </p:nvSpPr>
        <p:spPr>
          <a:xfrm>
            <a:off x="8076626" y="3451077"/>
            <a:ext cx="3528000" cy="525886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</p:cNvCxnSpPr>
          <p:nvPr userDrawn="1"/>
        </p:nvCxnSpPr>
        <p:spPr>
          <a:xfrm>
            <a:off x="807463" y="2840021"/>
            <a:ext cx="0" cy="435978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4568582" y="2843832"/>
            <a:ext cx="0" cy="432394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8292440" y="2843832"/>
            <a:ext cx="0" cy="432394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2057767-97EC-55C6-2070-6BDB6235AAEF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4" y="2843831"/>
            <a:ext cx="11012977" cy="0"/>
          </a:xfrm>
          <a:prstGeom prst="line">
            <a:avLst/>
          </a:prstGeom>
          <a:ln w="25400">
            <a:solidFill>
              <a:schemeClr val="accent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871F77-AB58-04F6-5E27-C75001AFA25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3275999"/>
            <a:ext cx="110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A0C719-0259-F45F-8060-0F4DC92397F4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151420"/>
            <a:ext cx="110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0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593985" y="1334776"/>
            <a:ext cx="11013664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EF742915-CB15-886D-8DA7-96492379FEF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18198" b="37044"/>
          <a:stretch>
            <a:fillRect/>
          </a:stretch>
        </p:blipFill>
        <p:spPr>
          <a:xfrm>
            <a:off x="10545903" y="-1"/>
            <a:ext cx="1070722" cy="91624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0431A8F4-FCD1-59B6-B288-A2CC570AF5BE}"/>
              </a:ext>
            </a:extLst>
          </p:cNvPr>
          <p:cNvSpPr/>
          <p:nvPr userDrawn="1"/>
        </p:nvSpPr>
        <p:spPr>
          <a:xfrm>
            <a:off x="8075613" y="57901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1558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</p:cNvCxnSpPr>
          <p:nvPr userDrawn="1"/>
        </p:nvCxnSpPr>
        <p:spPr>
          <a:xfrm>
            <a:off x="807463" y="2840021"/>
            <a:ext cx="0" cy="435978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3620437" y="2843832"/>
            <a:ext cx="0" cy="432394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6419950" y="2843832"/>
            <a:ext cx="0" cy="432394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2057767-97EC-55C6-2070-6BDB6235AAEF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4" y="2843831"/>
            <a:ext cx="11012977" cy="0"/>
          </a:xfrm>
          <a:prstGeom prst="line">
            <a:avLst/>
          </a:prstGeom>
          <a:ln w="25400">
            <a:solidFill>
              <a:schemeClr val="accent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871F77-AB58-04F6-5E27-C75001AFA25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3275999"/>
            <a:ext cx="110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11013664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EF742915-CB15-886D-8DA7-96492379FEF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18198" b="37044"/>
          <a:stretch>
            <a:fillRect/>
          </a:stretch>
        </p:blipFill>
        <p:spPr>
          <a:xfrm>
            <a:off x="10545903" y="-1"/>
            <a:ext cx="1070722" cy="916249"/>
          </a:xfrm>
          <a:prstGeom prst="rect">
            <a:avLst/>
          </a:prstGeom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058F5F5-6082-076A-25F6-BE539A00B61F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589139" y="4974044"/>
            <a:ext cx="2592389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6" name="Subtitle Placeholder 1">
            <a:extLst>
              <a:ext uri="{FF2B5EF4-FFF2-40B4-BE49-F238E27FC236}">
                <a16:creationId xmlns:a16="http://schemas.microsoft.com/office/drawing/2014/main" id="{FA76E25A-2505-7F3F-3A79-63AFEB2DC689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4"/>
            </p:custDataLst>
          </p:nvPr>
        </p:nvSpPr>
        <p:spPr>
          <a:xfrm>
            <a:off x="589139" y="4410473"/>
            <a:ext cx="2592389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0" name="Milestone Placeholder 1">
            <a:extLst>
              <a:ext uri="{FF2B5EF4-FFF2-40B4-BE49-F238E27FC236}">
                <a16:creationId xmlns:a16="http://schemas.microsoft.com/office/drawing/2014/main" id="{9E3984B1-3703-17DF-2AB4-486A5A432834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5"/>
            </p:custDataLst>
          </p:nvPr>
        </p:nvSpPr>
        <p:spPr>
          <a:xfrm>
            <a:off x="589511" y="3451077"/>
            <a:ext cx="2591644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0EB2ACC-DE31-7C20-7756-628B048DC5E6}"/>
              </a:ext>
            </a:extLst>
          </p:cNvPr>
          <p:cNvSpPr>
            <a:spLocks noGrp="1"/>
          </p:cNvSpPr>
          <p:nvPr>
            <p:ph type="body" idx="29"/>
            <p:custDataLst>
              <p:tags r:id="rId6"/>
            </p:custDataLst>
          </p:nvPr>
        </p:nvSpPr>
        <p:spPr>
          <a:xfrm>
            <a:off x="3398554" y="4972378"/>
            <a:ext cx="2591644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0902B6A8-132A-91AF-CD47-9A030B3523D5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3398554" y="4410473"/>
            <a:ext cx="259164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7" name="Milestone Placeholder 2">
            <a:extLst>
              <a:ext uri="{FF2B5EF4-FFF2-40B4-BE49-F238E27FC236}">
                <a16:creationId xmlns:a16="http://schemas.microsoft.com/office/drawing/2014/main" id="{844AEF29-75B2-AAC5-E68A-F45A931F6BB9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8"/>
            </p:custDataLst>
          </p:nvPr>
        </p:nvSpPr>
        <p:spPr>
          <a:xfrm>
            <a:off x="3398554" y="3451077"/>
            <a:ext cx="2591644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42C6F98-18ED-639D-08FE-13F233A30A2D}"/>
              </a:ext>
            </a:extLst>
          </p:cNvPr>
          <p:cNvSpPr>
            <a:spLocks noGrp="1"/>
          </p:cNvSpPr>
          <p:nvPr>
            <p:ph type="body" idx="39"/>
            <p:custDataLst>
              <p:tags r:id="rId9"/>
            </p:custDataLst>
          </p:nvPr>
        </p:nvSpPr>
        <p:spPr>
          <a:xfrm>
            <a:off x="6206229" y="4972378"/>
            <a:ext cx="2591644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6" name="Subtitle Placeholder 3">
            <a:extLst>
              <a:ext uri="{FF2B5EF4-FFF2-40B4-BE49-F238E27FC236}">
                <a16:creationId xmlns:a16="http://schemas.microsoft.com/office/drawing/2014/main" id="{612095E5-4A62-3D7E-3225-734388AC1C21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6206229" y="4410473"/>
            <a:ext cx="259164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8" name="Milestone Placeholder 3">
            <a:extLst>
              <a:ext uri="{FF2B5EF4-FFF2-40B4-BE49-F238E27FC236}">
                <a16:creationId xmlns:a16="http://schemas.microsoft.com/office/drawing/2014/main" id="{1EB042F4-F723-E844-E3BB-E44D37DD6308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6206229" y="3451077"/>
            <a:ext cx="2591644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C035600-1BC9-18F1-9961-5EFB79FD22EC}"/>
              </a:ext>
            </a:extLst>
          </p:cNvPr>
          <p:cNvSpPr>
            <a:spLocks noGrp="1"/>
          </p:cNvSpPr>
          <p:nvPr>
            <p:ph type="body" idx="45"/>
            <p:custDataLst>
              <p:tags r:id="rId12"/>
            </p:custDataLst>
          </p:nvPr>
        </p:nvSpPr>
        <p:spPr>
          <a:xfrm>
            <a:off x="9014014" y="4972378"/>
            <a:ext cx="2591644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31" name="Subtitle Placeholder 4">
            <a:extLst>
              <a:ext uri="{FF2B5EF4-FFF2-40B4-BE49-F238E27FC236}">
                <a16:creationId xmlns:a16="http://schemas.microsoft.com/office/drawing/2014/main" id="{E3D5FD41-C4DC-1296-4657-86EA11A96E5A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3"/>
            </p:custDataLst>
          </p:nvPr>
        </p:nvSpPr>
        <p:spPr>
          <a:xfrm>
            <a:off x="9014014" y="4410473"/>
            <a:ext cx="2591644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5" name="Milestone Placeholder 4">
            <a:extLst>
              <a:ext uri="{FF2B5EF4-FFF2-40B4-BE49-F238E27FC236}">
                <a16:creationId xmlns:a16="http://schemas.microsoft.com/office/drawing/2014/main" id="{18E1DD6F-96D2-DFB7-C626-495036B8DD83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4"/>
            </p:custDataLst>
          </p:nvPr>
        </p:nvSpPr>
        <p:spPr>
          <a:xfrm>
            <a:off x="9014014" y="3451077"/>
            <a:ext cx="2591644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8" name="Straight Connector">
            <a:extLst>
              <a:ext uri="{FF2B5EF4-FFF2-40B4-BE49-F238E27FC236}">
                <a16:creationId xmlns:a16="http://schemas.microsoft.com/office/drawing/2014/main" id="{6F0FD45C-6696-5A4A-6814-78648AA44595}"/>
              </a:ext>
            </a:extLst>
          </p:cNvPr>
          <p:cNvCxnSpPr>
            <a:cxnSpLocks/>
          </p:cNvCxnSpPr>
          <p:nvPr userDrawn="1"/>
        </p:nvCxnSpPr>
        <p:spPr>
          <a:xfrm>
            <a:off x="9014014" y="2843832"/>
            <a:ext cx="0" cy="432394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895FE52-E611-75B5-24EA-51BEDA34EB1B}"/>
              </a:ext>
            </a:extLst>
          </p:cNvPr>
          <p:cNvSpPr/>
          <p:nvPr userDrawn="1"/>
        </p:nvSpPr>
        <p:spPr>
          <a:xfrm>
            <a:off x="11388625" y="2094966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1097E29-707B-6ACD-4CCF-5CA17544A2EA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151420"/>
            <a:ext cx="110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8524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</p:cNvCxnSpPr>
          <p:nvPr userDrawn="1"/>
        </p:nvCxnSpPr>
        <p:spPr>
          <a:xfrm>
            <a:off x="807463" y="2840021"/>
            <a:ext cx="0" cy="435978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3054563" y="2843832"/>
            <a:ext cx="0" cy="432394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5296034" y="2843832"/>
            <a:ext cx="0" cy="432394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2057767-97EC-55C6-2070-6BDB6235AAEF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4" y="2843831"/>
            <a:ext cx="11012977" cy="0"/>
          </a:xfrm>
          <a:prstGeom prst="line">
            <a:avLst/>
          </a:prstGeom>
          <a:ln w="25400">
            <a:solidFill>
              <a:schemeClr val="accent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871F77-AB58-04F6-5E27-C75001AFA25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3275999"/>
            <a:ext cx="110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11013664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EF742915-CB15-886D-8DA7-96492379FEF1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18198" b="37044"/>
          <a:stretch>
            <a:fillRect/>
          </a:stretch>
        </p:blipFill>
        <p:spPr>
          <a:xfrm>
            <a:off x="10545903" y="-1"/>
            <a:ext cx="1070722" cy="916249"/>
          </a:xfrm>
          <a:prstGeom prst="rect">
            <a:avLst/>
          </a:prstGeom>
        </p:spPr>
      </p:pic>
      <p:cxnSp>
        <p:nvCxnSpPr>
          <p:cNvPr id="38" name="Straight Connector">
            <a:extLst>
              <a:ext uri="{FF2B5EF4-FFF2-40B4-BE49-F238E27FC236}">
                <a16:creationId xmlns:a16="http://schemas.microsoft.com/office/drawing/2014/main" id="{6F0FD45C-6696-5A4A-6814-78648AA44595}"/>
              </a:ext>
            </a:extLst>
          </p:cNvPr>
          <p:cNvCxnSpPr>
            <a:cxnSpLocks/>
          </p:cNvCxnSpPr>
          <p:nvPr userDrawn="1"/>
        </p:nvCxnSpPr>
        <p:spPr>
          <a:xfrm>
            <a:off x="7554800" y="2843832"/>
            <a:ext cx="0" cy="432394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895FE52-E611-75B5-24EA-51BEDA34EB1B}"/>
              </a:ext>
            </a:extLst>
          </p:cNvPr>
          <p:cNvSpPr/>
          <p:nvPr userDrawn="1"/>
        </p:nvSpPr>
        <p:spPr>
          <a:xfrm>
            <a:off x="8796238" y="59059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FE3CC9-8978-6A8E-3054-79BE25C4250E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589325" y="4974044"/>
            <a:ext cx="2016000" cy="1287134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D96379-E85C-D8E3-4E9E-5324002683AC}"/>
              </a:ext>
            </a:extLst>
          </p:cNvPr>
          <p:cNvSpPr>
            <a:spLocks noGrp="1"/>
          </p:cNvSpPr>
          <p:nvPr>
            <p:ph type="body" idx="29"/>
            <p:custDataLst>
              <p:tags r:id="rId4"/>
            </p:custDataLst>
          </p:nvPr>
        </p:nvSpPr>
        <p:spPr>
          <a:xfrm>
            <a:off x="2839150" y="4972378"/>
            <a:ext cx="2016000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7" name="Subtitle Placeholder 1">
            <a:extLst>
              <a:ext uri="{FF2B5EF4-FFF2-40B4-BE49-F238E27FC236}">
                <a16:creationId xmlns:a16="http://schemas.microsoft.com/office/drawing/2014/main" id="{1D80197F-AC82-8EC9-8948-39EC45BB45E1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9325" y="4410473"/>
            <a:ext cx="2016000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9" name="Subtitle Placeholder 2">
            <a:extLst>
              <a:ext uri="{FF2B5EF4-FFF2-40B4-BE49-F238E27FC236}">
                <a16:creationId xmlns:a16="http://schemas.microsoft.com/office/drawing/2014/main" id="{5B3A27F1-05AE-2AAB-5FEA-B0DE1E365811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2839150" y="4410473"/>
            <a:ext cx="2016000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15F8121-E757-8A95-934F-6879A5A3E471}"/>
              </a:ext>
            </a:extLst>
          </p:cNvPr>
          <p:cNvSpPr>
            <a:spLocks noGrp="1"/>
          </p:cNvSpPr>
          <p:nvPr>
            <p:ph type="body" idx="39"/>
            <p:custDataLst>
              <p:tags r:id="rId7"/>
            </p:custDataLst>
          </p:nvPr>
        </p:nvSpPr>
        <p:spPr>
          <a:xfrm>
            <a:off x="5088975" y="4972378"/>
            <a:ext cx="2016000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2" name="Subtitle Placeholder 3">
            <a:extLst>
              <a:ext uri="{FF2B5EF4-FFF2-40B4-BE49-F238E27FC236}">
                <a16:creationId xmlns:a16="http://schemas.microsoft.com/office/drawing/2014/main" id="{3E144958-75CF-4D1B-3912-043294B9BFDB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5088975" y="4410473"/>
            <a:ext cx="2016000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Milestone Placeholder 1">
            <a:extLst>
              <a:ext uri="{FF2B5EF4-FFF2-40B4-BE49-F238E27FC236}">
                <a16:creationId xmlns:a16="http://schemas.microsoft.com/office/drawing/2014/main" id="{58C4104A-A0DA-6528-0C3E-8A3DBF73D8E9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89325" y="3451077"/>
            <a:ext cx="2016000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Milestone Placeholder 2">
            <a:extLst>
              <a:ext uri="{FF2B5EF4-FFF2-40B4-BE49-F238E27FC236}">
                <a16:creationId xmlns:a16="http://schemas.microsoft.com/office/drawing/2014/main" id="{E14E5F82-D24D-CAF5-1D32-D5292C31BF66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2839150" y="3451077"/>
            <a:ext cx="2016000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Milestone Placeholder 3">
            <a:extLst>
              <a:ext uri="{FF2B5EF4-FFF2-40B4-BE49-F238E27FC236}">
                <a16:creationId xmlns:a16="http://schemas.microsoft.com/office/drawing/2014/main" id="{7EB7A703-8AD9-71C7-FAA1-BC411F2D0A4C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5088975" y="3451077"/>
            <a:ext cx="2016000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CF87395E-C5A4-2D13-EB97-9535CC2B9CC6}"/>
              </a:ext>
            </a:extLst>
          </p:cNvPr>
          <p:cNvSpPr>
            <a:spLocks noGrp="1"/>
          </p:cNvSpPr>
          <p:nvPr>
            <p:ph type="body" idx="45"/>
            <p:custDataLst>
              <p:tags r:id="rId12"/>
            </p:custDataLst>
          </p:nvPr>
        </p:nvSpPr>
        <p:spPr>
          <a:xfrm>
            <a:off x="9588625" y="4972378"/>
            <a:ext cx="2016000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34" name="Subtitle Placeholder 5">
            <a:extLst>
              <a:ext uri="{FF2B5EF4-FFF2-40B4-BE49-F238E27FC236}">
                <a16:creationId xmlns:a16="http://schemas.microsoft.com/office/drawing/2014/main" id="{34FFAB0C-2F07-5FF5-1E8D-2933FE2775B1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3"/>
            </p:custDataLst>
          </p:nvPr>
        </p:nvSpPr>
        <p:spPr>
          <a:xfrm>
            <a:off x="9588625" y="4410473"/>
            <a:ext cx="2016000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9" name="Milestone Placeholder 5">
            <a:extLst>
              <a:ext uri="{FF2B5EF4-FFF2-40B4-BE49-F238E27FC236}">
                <a16:creationId xmlns:a16="http://schemas.microsoft.com/office/drawing/2014/main" id="{76C45348-6755-FB1A-7F2B-A4C6F4EBE05F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4"/>
            </p:custDataLst>
          </p:nvPr>
        </p:nvSpPr>
        <p:spPr>
          <a:xfrm>
            <a:off x="9588625" y="3451077"/>
            <a:ext cx="2016000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24118AE9-A178-9B38-B1E9-F8987C51A6BD}"/>
              </a:ext>
            </a:extLst>
          </p:cNvPr>
          <p:cNvSpPr>
            <a:spLocks noGrp="1"/>
          </p:cNvSpPr>
          <p:nvPr>
            <p:ph type="body" idx="48"/>
            <p:custDataLst>
              <p:tags r:id="rId15"/>
            </p:custDataLst>
          </p:nvPr>
        </p:nvSpPr>
        <p:spPr>
          <a:xfrm>
            <a:off x="7338800" y="4972378"/>
            <a:ext cx="2016000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43" name="Subtitle Placeholder 4">
            <a:extLst>
              <a:ext uri="{FF2B5EF4-FFF2-40B4-BE49-F238E27FC236}">
                <a16:creationId xmlns:a16="http://schemas.microsoft.com/office/drawing/2014/main" id="{1157BC34-3107-42F9-A0F1-4D3835DB910F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6"/>
            </p:custDataLst>
          </p:nvPr>
        </p:nvSpPr>
        <p:spPr>
          <a:xfrm>
            <a:off x="7338800" y="4410473"/>
            <a:ext cx="2016000" cy="553998"/>
          </a:xfrm>
        </p:spPr>
        <p:txBody>
          <a:bodyPr wrap="square" lIns="108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45" name="Milestone Placeholder 4">
            <a:extLst>
              <a:ext uri="{FF2B5EF4-FFF2-40B4-BE49-F238E27FC236}">
                <a16:creationId xmlns:a16="http://schemas.microsoft.com/office/drawing/2014/main" id="{F76032EE-E39E-4C9F-F3EC-ACBFB92BE28F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17"/>
            </p:custDataLst>
          </p:nvPr>
        </p:nvSpPr>
        <p:spPr>
          <a:xfrm>
            <a:off x="7338800" y="3451077"/>
            <a:ext cx="2016000" cy="525886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91E070E-C133-7A92-C995-3C368120A036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151420"/>
            <a:ext cx="110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">
            <a:extLst>
              <a:ext uri="{FF2B5EF4-FFF2-40B4-BE49-F238E27FC236}">
                <a16:creationId xmlns:a16="http://schemas.microsoft.com/office/drawing/2014/main" id="{5DAE45FF-656F-3DD1-E1EE-7006EE062F26}"/>
              </a:ext>
            </a:extLst>
          </p:cNvPr>
          <p:cNvCxnSpPr>
            <a:cxnSpLocks/>
          </p:cNvCxnSpPr>
          <p:nvPr userDrawn="1"/>
        </p:nvCxnSpPr>
        <p:spPr>
          <a:xfrm>
            <a:off x="9805085" y="2843605"/>
            <a:ext cx="0" cy="432394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184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11013664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EF742915-CB15-886D-8DA7-96492379FEF1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t="18198" b="37044"/>
          <a:stretch>
            <a:fillRect/>
          </a:stretch>
        </p:blipFill>
        <p:spPr>
          <a:xfrm>
            <a:off x="10545903" y="-1"/>
            <a:ext cx="1070722" cy="916249"/>
          </a:xfrm>
          <a:prstGeom prst="rect">
            <a:avLst/>
          </a:prstGeom>
        </p:spPr>
      </p:pic>
      <p:sp>
        <p:nvSpPr>
          <p:cNvPr id="53" name="Text Placeholder 1">
            <a:extLst>
              <a:ext uri="{FF2B5EF4-FFF2-40B4-BE49-F238E27FC236}">
                <a16:creationId xmlns:a16="http://schemas.microsoft.com/office/drawing/2014/main" id="{E81C7EB9-128A-322D-53DE-D7F749398B6F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589325" y="4963884"/>
            <a:ext cx="1659600" cy="1339200"/>
          </a:xfrm>
        </p:spPr>
        <p:txBody>
          <a:bodyPr lIns="72000" tIns="108000" rIns="72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527AB54-B13B-6D4F-4E4B-17C2F5972123}"/>
              </a:ext>
            </a:extLst>
          </p:cNvPr>
          <p:cNvSpPr>
            <a:spLocks noGrp="1"/>
          </p:cNvSpPr>
          <p:nvPr>
            <p:ph type="body" idx="29"/>
            <p:custDataLst>
              <p:tags r:id="rId4"/>
            </p:custDataLst>
          </p:nvPr>
        </p:nvSpPr>
        <p:spPr>
          <a:xfrm>
            <a:off x="2477063" y="4962218"/>
            <a:ext cx="1659600" cy="1339200"/>
          </a:xfrm>
        </p:spPr>
        <p:txBody>
          <a:bodyPr lIns="72000" tIns="108000" rIns="72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55" name="Subtitle Placeholder 1">
            <a:extLst>
              <a:ext uri="{FF2B5EF4-FFF2-40B4-BE49-F238E27FC236}">
                <a16:creationId xmlns:a16="http://schemas.microsoft.com/office/drawing/2014/main" id="{90ACF7A1-214F-9F44-F696-8CEAA4DC597F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9325" y="4089379"/>
            <a:ext cx="1659600" cy="830997"/>
          </a:xfr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6" name="Subtitle Placeholder 2">
            <a:extLst>
              <a:ext uri="{FF2B5EF4-FFF2-40B4-BE49-F238E27FC236}">
                <a16:creationId xmlns:a16="http://schemas.microsoft.com/office/drawing/2014/main" id="{96F46E44-6A6F-F7CA-616D-D379F91777B3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2477063" y="4089379"/>
            <a:ext cx="1659600" cy="830997"/>
          </a:xfr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F659F406-544E-4AA6-13F8-37643C7DE674}"/>
              </a:ext>
            </a:extLst>
          </p:cNvPr>
          <p:cNvSpPr>
            <a:spLocks noGrp="1"/>
          </p:cNvSpPr>
          <p:nvPr>
            <p:ph type="body" idx="39"/>
            <p:custDataLst>
              <p:tags r:id="rId7"/>
            </p:custDataLst>
          </p:nvPr>
        </p:nvSpPr>
        <p:spPr>
          <a:xfrm>
            <a:off x="4345400" y="4962218"/>
            <a:ext cx="1659600" cy="1339200"/>
          </a:xfrm>
        </p:spPr>
        <p:txBody>
          <a:bodyPr lIns="72000" tIns="108000" rIns="72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58" name="Subtitle Placeholder 3">
            <a:extLst>
              <a:ext uri="{FF2B5EF4-FFF2-40B4-BE49-F238E27FC236}">
                <a16:creationId xmlns:a16="http://schemas.microsoft.com/office/drawing/2014/main" id="{5785EA06-5586-DDFB-5F70-6214A9A6D44B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4345400" y="4089379"/>
            <a:ext cx="1659600" cy="830997"/>
          </a:xfr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2" name="Milestone Placeholder 1">
            <a:extLst>
              <a:ext uri="{FF2B5EF4-FFF2-40B4-BE49-F238E27FC236}">
                <a16:creationId xmlns:a16="http://schemas.microsoft.com/office/drawing/2014/main" id="{74FBE967-2E23-45B9-54CF-1EDA5556A6C7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89325" y="2968000"/>
            <a:ext cx="1659600" cy="875588"/>
          </a:xfrm>
        </p:spPr>
        <p:txBody>
          <a:bodyPr wrap="square" lIns="72000" tIns="72000" rIns="72000" bIns="72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3" name="Milestone Placeholder 2">
            <a:extLst>
              <a:ext uri="{FF2B5EF4-FFF2-40B4-BE49-F238E27FC236}">
                <a16:creationId xmlns:a16="http://schemas.microsoft.com/office/drawing/2014/main" id="{50F88DB8-BC8D-8DF9-E3A9-7802E3DA9031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2477063" y="2968394"/>
            <a:ext cx="1659600" cy="874800"/>
          </a:xfrm>
        </p:spPr>
        <p:txBody>
          <a:bodyPr wrap="square" lIns="72000" tIns="72000" rIns="72000" bIns="72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4" name="Milestone Placeholder 3">
            <a:extLst>
              <a:ext uri="{FF2B5EF4-FFF2-40B4-BE49-F238E27FC236}">
                <a16:creationId xmlns:a16="http://schemas.microsoft.com/office/drawing/2014/main" id="{280B515D-7370-0DBA-3140-99F10999CF29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4345400" y="2968394"/>
            <a:ext cx="1659600" cy="874800"/>
          </a:xfrm>
        </p:spPr>
        <p:txBody>
          <a:bodyPr wrap="square" lIns="72000" tIns="72000" rIns="72000" bIns="72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65" name="Straight Connector">
            <a:extLst>
              <a:ext uri="{FF2B5EF4-FFF2-40B4-BE49-F238E27FC236}">
                <a16:creationId xmlns:a16="http://schemas.microsoft.com/office/drawing/2014/main" id="{87F53340-6BEB-661D-0C48-A8A0C278C046}"/>
              </a:ext>
            </a:extLst>
          </p:cNvPr>
          <p:cNvCxnSpPr>
            <a:cxnSpLocks/>
          </p:cNvCxnSpPr>
          <p:nvPr userDrawn="1"/>
        </p:nvCxnSpPr>
        <p:spPr>
          <a:xfrm>
            <a:off x="1443639" y="2539415"/>
            <a:ext cx="3170" cy="428400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">
            <a:extLst>
              <a:ext uri="{FF2B5EF4-FFF2-40B4-BE49-F238E27FC236}">
                <a16:creationId xmlns:a16="http://schemas.microsoft.com/office/drawing/2014/main" id="{31CDBC66-EE3B-E325-2F6C-BF53887628B8}"/>
              </a:ext>
            </a:extLst>
          </p:cNvPr>
          <p:cNvCxnSpPr>
            <a:cxnSpLocks/>
          </p:cNvCxnSpPr>
          <p:nvPr userDrawn="1"/>
        </p:nvCxnSpPr>
        <p:spPr>
          <a:xfrm>
            <a:off x="3306863" y="2535606"/>
            <a:ext cx="0" cy="428400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">
            <a:extLst>
              <a:ext uri="{FF2B5EF4-FFF2-40B4-BE49-F238E27FC236}">
                <a16:creationId xmlns:a16="http://schemas.microsoft.com/office/drawing/2014/main" id="{435B1214-D4D6-128A-3C3D-FFD2CA03F334}"/>
              </a:ext>
            </a:extLst>
          </p:cNvPr>
          <p:cNvCxnSpPr>
            <a:cxnSpLocks/>
          </p:cNvCxnSpPr>
          <p:nvPr userDrawn="1"/>
        </p:nvCxnSpPr>
        <p:spPr>
          <a:xfrm>
            <a:off x="8903985" y="2535606"/>
            <a:ext cx="1" cy="428400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7FF7164-3CC5-23E9-BE98-7FA3D5512D57}"/>
              </a:ext>
            </a:extLst>
          </p:cNvPr>
          <p:cNvCxnSpPr>
            <a:cxnSpLocks/>
          </p:cNvCxnSpPr>
          <p:nvPr userDrawn="1"/>
        </p:nvCxnSpPr>
        <p:spPr>
          <a:xfrm flipH="1">
            <a:off x="593985" y="2535605"/>
            <a:ext cx="11006366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9E2F28FA-D27A-BFC6-1334-6F6E9B74CAE3}"/>
              </a:ext>
            </a:extLst>
          </p:cNvPr>
          <p:cNvSpPr>
            <a:spLocks noGrp="1"/>
          </p:cNvSpPr>
          <p:nvPr userDrawn="1">
            <p:ph type="body" idx="45"/>
            <p:custDataLst>
              <p:tags r:id="rId12"/>
            </p:custDataLst>
          </p:nvPr>
        </p:nvSpPr>
        <p:spPr>
          <a:xfrm>
            <a:off x="8074185" y="4962218"/>
            <a:ext cx="1659600" cy="1339200"/>
          </a:xfrm>
        </p:spPr>
        <p:txBody>
          <a:bodyPr lIns="72000" tIns="108000" rIns="72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74" name="Subtitle Placeholder 5">
            <a:extLst>
              <a:ext uri="{FF2B5EF4-FFF2-40B4-BE49-F238E27FC236}">
                <a16:creationId xmlns:a16="http://schemas.microsoft.com/office/drawing/2014/main" id="{814516B7-E220-F552-BED9-497C1F13A69B}"/>
              </a:ext>
            </a:extLst>
          </p:cNvPr>
          <p:cNvSpPr>
            <a:spLocks noGrp="1"/>
          </p:cNvSpPr>
          <p:nvPr userDrawn="1">
            <p:ph type="body" idx="46" hasCustomPrompt="1"/>
            <p:custDataLst>
              <p:tags r:id="rId13"/>
            </p:custDataLst>
          </p:nvPr>
        </p:nvSpPr>
        <p:spPr>
          <a:xfrm>
            <a:off x="8074185" y="4089379"/>
            <a:ext cx="1659600" cy="830997"/>
          </a:xfr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76" name="Milestone Placeholder 5">
            <a:extLst>
              <a:ext uri="{FF2B5EF4-FFF2-40B4-BE49-F238E27FC236}">
                <a16:creationId xmlns:a16="http://schemas.microsoft.com/office/drawing/2014/main" id="{941AE05A-CAA4-8DFC-D42A-C4C2A1B96ADF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4"/>
            </p:custDataLst>
          </p:nvPr>
        </p:nvSpPr>
        <p:spPr>
          <a:xfrm>
            <a:off x="8074185" y="2968394"/>
            <a:ext cx="1659600" cy="874800"/>
          </a:xfrm>
        </p:spPr>
        <p:txBody>
          <a:bodyPr wrap="square" lIns="72000" tIns="72000" rIns="72000" bIns="72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77" name="Straight Connector">
            <a:extLst>
              <a:ext uri="{FF2B5EF4-FFF2-40B4-BE49-F238E27FC236}">
                <a16:creationId xmlns:a16="http://schemas.microsoft.com/office/drawing/2014/main" id="{11E4F8F5-030B-1D4A-0653-EE43B6FCA805}"/>
              </a:ext>
            </a:extLst>
          </p:cNvPr>
          <p:cNvCxnSpPr>
            <a:cxnSpLocks/>
          </p:cNvCxnSpPr>
          <p:nvPr userDrawn="1"/>
        </p:nvCxnSpPr>
        <p:spPr>
          <a:xfrm>
            <a:off x="5169545" y="2531795"/>
            <a:ext cx="0" cy="428400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5157691E-B59D-1450-97DB-A4DB358E4545}"/>
              </a:ext>
            </a:extLst>
          </p:cNvPr>
          <p:cNvSpPr>
            <a:spLocks noGrp="1"/>
          </p:cNvSpPr>
          <p:nvPr userDrawn="1">
            <p:ph type="body" idx="48"/>
            <p:custDataLst>
              <p:tags r:id="rId15"/>
            </p:custDataLst>
          </p:nvPr>
        </p:nvSpPr>
        <p:spPr>
          <a:xfrm>
            <a:off x="6202970" y="4962218"/>
            <a:ext cx="1659600" cy="1339200"/>
          </a:xfrm>
        </p:spPr>
        <p:txBody>
          <a:bodyPr lIns="72000" tIns="108000" rIns="72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79" name="Subtitle Placeholder 4">
            <a:extLst>
              <a:ext uri="{FF2B5EF4-FFF2-40B4-BE49-F238E27FC236}">
                <a16:creationId xmlns:a16="http://schemas.microsoft.com/office/drawing/2014/main" id="{3C5F0E3C-C346-2CA4-9E62-1139D02879DB}"/>
              </a:ext>
            </a:extLst>
          </p:cNvPr>
          <p:cNvSpPr>
            <a:spLocks noGrp="1"/>
          </p:cNvSpPr>
          <p:nvPr userDrawn="1">
            <p:ph type="body" idx="49" hasCustomPrompt="1"/>
            <p:custDataLst>
              <p:tags r:id="rId16"/>
            </p:custDataLst>
          </p:nvPr>
        </p:nvSpPr>
        <p:spPr>
          <a:xfrm>
            <a:off x="6202970" y="4089379"/>
            <a:ext cx="1659600" cy="830997"/>
          </a:xfr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1" name="Milestone Placeholder 4">
            <a:extLst>
              <a:ext uri="{FF2B5EF4-FFF2-40B4-BE49-F238E27FC236}">
                <a16:creationId xmlns:a16="http://schemas.microsoft.com/office/drawing/2014/main" id="{F9144C4A-4267-3AF2-FD90-829F8D3BE66D}"/>
              </a:ext>
            </a:extLst>
          </p:cNvPr>
          <p:cNvSpPr>
            <a:spLocks noGrp="1"/>
          </p:cNvSpPr>
          <p:nvPr userDrawn="1">
            <p:ph type="body" idx="50" hasCustomPrompt="1"/>
            <p:custDataLst>
              <p:tags r:id="rId17"/>
            </p:custDataLst>
          </p:nvPr>
        </p:nvSpPr>
        <p:spPr>
          <a:xfrm>
            <a:off x="6202970" y="2968394"/>
            <a:ext cx="1659600" cy="874800"/>
          </a:xfrm>
        </p:spPr>
        <p:txBody>
          <a:bodyPr wrap="square" lIns="72000" tIns="72000" rIns="72000" bIns="72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82" name="Straight Connector">
            <a:extLst>
              <a:ext uri="{FF2B5EF4-FFF2-40B4-BE49-F238E27FC236}">
                <a16:creationId xmlns:a16="http://schemas.microsoft.com/office/drawing/2014/main" id="{7CEB96F3-F749-76BF-CDAB-F717EC0BE258}"/>
              </a:ext>
            </a:extLst>
          </p:cNvPr>
          <p:cNvCxnSpPr>
            <a:cxnSpLocks/>
          </p:cNvCxnSpPr>
          <p:nvPr userDrawn="1"/>
        </p:nvCxnSpPr>
        <p:spPr>
          <a:xfrm>
            <a:off x="7032770" y="2531795"/>
            <a:ext cx="0" cy="428400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">
            <a:extLst>
              <a:ext uri="{FF2B5EF4-FFF2-40B4-BE49-F238E27FC236}">
                <a16:creationId xmlns:a16="http://schemas.microsoft.com/office/drawing/2014/main" id="{CB67B7B7-9F46-7B5B-7ADB-D5EB7904989C}"/>
              </a:ext>
            </a:extLst>
          </p:cNvPr>
          <p:cNvCxnSpPr>
            <a:cxnSpLocks/>
          </p:cNvCxnSpPr>
          <p:nvPr userDrawn="1"/>
        </p:nvCxnSpPr>
        <p:spPr>
          <a:xfrm>
            <a:off x="10775199" y="2535606"/>
            <a:ext cx="1" cy="428400"/>
          </a:xfrm>
          <a:prstGeom prst="line">
            <a:avLst/>
          </a:prstGeom>
          <a:ln w="1270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 Placeholder 6">
            <a:extLst>
              <a:ext uri="{FF2B5EF4-FFF2-40B4-BE49-F238E27FC236}">
                <a16:creationId xmlns:a16="http://schemas.microsoft.com/office/drawing/2014/main" id="{4475D0A6-B22E-C660-A46A-6A9B2788091C}"/>
              </a:ext>
            </a:extLst>
          </p:cNvPr>
          <p:cNvSpPr>
            <a:spLocks noGrp="1"/>
          </p:cNvSpPr>
          <p:nvPr userDrawn="1">
            <p:ph type="body" idx="51"/>
            <p:custDataLst>
              <p:tags r:id="rId18"/>
            </p:custDataLst>
          </p:nvPr>
        </p:nvSpPr>
        <p:spPr>
          <a:xfrm>
            <a:off x="9945399" y="4962218"/>
            <a:ext cx="1659600" cy="1339200"/>
          </a:xfrm>
        </p:spPr>
        <p:txBody>
          <a:bodyPr lIns="72000" tIns="108000" rIns="72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85" name="Subtitle Placeholder 6">
            <a:extLst>
              <a:ext uri="{FF2B5EF4-FFF2-40B4-BE49-F238E27FC236}">
                <a16:creationId xmlns:a16="http://schemas.microsoft.com/office/drawing/2014/main" id="{E9B00BE9-18F8-9D36-2AE4-1B58077158AA}"/>
              </a:ext>
            </a:extLst>
          </p:cNvPr>
          <p:cNvSpPr>
            <a:spLocks noGrp="1"/>
          </p:cNvSpPr>
          <p:nvPr userDrawn="1">
            <p:ph type="body" idx="52" hasCustomPrompt="1"/>
            <p:custDataLst>
              <p:tags r:id="rId19"/>
            </p:custDataLst>
          </p:nvPr>
        </p:nvSpPr>
        <p:spPr>
          <a:xfrm>
            <a:off x="9945399" y="4089379"/>
            <a:ext cx="1659600" cy="830997"/>
          </a:xfr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7" name="Milestone Placeholder 6">
            <a:extLst>
              <a:ext uri="{FF2B5EF4-FFF2-40B4-BE49-F238E27FC236}">
                <a16:creationId xmlns:a16="http://schemas.microsoft.com/office/drawing/2014/main" id="{1CBCB98A-53CE-8DFF-C9D0-E1DDA51C532C}"/>
              </a:ext>
            </a:extLst>
          </p:cNvPr>
          <p:cNvSpPr>
            <a:spLocks noGrp="1"/>
          </p:cNvSpPr>
          <p:nvPr userDrawn="1">
            <p:ph type="body" idx="53" hasCustomPrompt="1"/>
            <p:custDataLst>
              <p:tags r:id="rId20"/>
            </p:custDataLst>
          </p:nvPr>
        </p:nvSpPr>
        <p:spPr>
          <a:xfrm>
            <a:off x="9945399" y="2968394"/>
            <a:ext cx="1659600" cy="874800"/>
          </a:xfrm>
        </p:spPr>
        <p:txBody>
          <a:bodyPr wrap="square" lIns="72000" tIns="72000" rIns="72000" bIns="72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20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26E41E9-5071-D767-4E8A-BC0FC5FF2B36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2967773"/>
            <a:ext cx="110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D57A979-2D41-3ED1-9F93-C32894D3B14C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3843194"/>
            <a:ext cx="110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DC489FA9-946C-9243-F149-048816C2D65A}"/>
              </a:ext>
            </a:extLst>
          </p:cNvPr>
          <p:cNvSpPr/>
          <p:nvPr userDrawn="1"/>
        </p:nvSpPr>
        <p:spPr>
          <a:xfrm>
            <a:off x="11388625" y="2094966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0619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73F215-6172-5CD8-D807-85F47361011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8949" y="1334776"/>
            <a:ext cx="5180737" cy="221599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F023AD-7A9E-4EB0-7C4C-44277E8B5182}"/>
              </a:ext>
            </a:extLst>
          </p:cNvPr>
          <p:cNvSpPr/>
          <p:nvPr userDrawn="1"/>
        </p:nvSpPr>
        <p:spPr>
          <a:xfrm>
            <a:off x="587375" y="6070102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0A9976BF-4AE1-2864-2E27-07330579FBB8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3"/>
            </p:custDataLst>
          </p:nvPr>
        </p:nvSpPr>
        <p:spPr>
          <a:xfrm>
            <a:off x="7120438" y="1729184"/>
            <a:ext cx="3783907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C82840F2-B656-8E1B-080C-9511414C6CCB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4"/>
            </p:custDataLst>
          </p:nvPr>
        </p:nvSpPr>
        <p:spPr>
          <a:xfrm>
            <a:off x="7120438" y="2953184"/>
            <a:ext cx="3783907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94F7F4D4-7293-A948-C243-9C957E4FF150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5"/>
            </p:custDataLst>
          </p:nvPr>
        </p:nvSpPr>
        <p:spPr>
          <a:xfrm>
            <a:off x="7120438" y="4233108"/>
            <a:ext cx="3783600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1135F7DD-8BD9-81E5-D195-F03C9CCA4154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6"/>
            </p:custDataLst>
          </p:nvPr>
        </p:nvSpPr>
        <p:spPr>
          <a:xfrm>
            <a:off x="7120438" y="5513032"/>
            <a:ext cx="3783600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pic>
        <p:nvPicPr>
          <p:cNvPr id="17" name="Рисунок 80" descr="Internet with solid fill">
            <a:extLst>
              <a:ext uri="{FF2B5EF4-FFF2-40B4-BE49-F238E27FC236}">
                <a16:creationId xmlns:a16="http://schemas.microsoft.com/office/drawing/2014/main" id="{C9D5A5EC-B587-7FFD-8943-65CD0397BB9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451091" y="1782254"/>
            <a:ext cx="468000" cy="468000"/>
          </a:xfrm>
          <a:prstGeom prst="rect">
            <a:avLst/>
          </a:prstGeom>
        </p:spPr>
      </p:pic>
      <p:pic>
        <p:nvPicPr>
          <p:cNvPr id="18" name="Рисунок 85" descr="Envelope with solid fill">
            <a:extLst>
              <a:ext uri="{FF2B5EF4-FFF2-40B4-BE49-F238E27FC236}">
                <a16:creationId xmlns:a16="http://schemas.microsoft.com/office/drawing/2014/main" id="{692891DD-3E77-F509-84B6-3B762E4F74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6451091" y="3006254"/>
            <a:ext cx="468000" cy="468000"/>
          </a:xfrm>
          <a:prstGeom prst="rect">
            <a:avLst/>
          </a:prstGeom>
        </p:spPr>
      </p:pic>
      <p:pic>
        <p:nvPicPr>
          <p:cNvPr id="19" name="Рисунок 90" descr="Smart Phone with solid fill">
            <a:extLst>
              <a:ext uri="{FF2B5EF4-FFF2-40B4-BE49-F238E27FC236}">
                <a16:creationId xmlns:a16="http://schemas.microsoft.com/office/drawing/2014/main" id="{88099BCA-C4A8-6BB6-CAE9-4A94AE45027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6451091" y="4286178"/>
            <a:ext cx="468000" cy="468000"/>
          </a:xfrm>
          <a:prstGeom prst="rect">
            <a:avLst/>
          </a:prstGeom>
        </p:spPr>
      </p:pic>
      <p:pic>
        <p:nvPicPr>
          <p:cNvPr id="20" name="Рисунок 95" descr="Map with pin with solid fill">
            <a:extLst>
              <a:ext uri="{FF2B5EF4-FFF2-40B4-BE49-F238E27FC236}">
                <a16:creationId xmlns:a16="http://schemas.microsoft.com/office/drawing/2014/main" id="{520436F6-AD2D-60FD-59B9-FE09DE110B6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6451091" y="5566102"/>
            <a:ext cx="468000" cy="468000"/>
          </a:xfrm>
          <a:prstGeom prst="rect">
            <a:avLst/>
          </a:prstGeom>
        </p:spPr>
      </p:pic>
      <p:sp>
        <p:nvSpPr>
          <p:cNvPr id="21" name="Text Placeholder">
            <a:extLst>
              <a:ext uri="{FF2B5EF4-FFF2-40B4-BE49-F238E27FC236}">
                <a16:creationId xmlns:a16="http://schemas.microsoft.com/office/drawing/2014/main" id="{EA8B59AC-1B82-FA08-CB2B-7504EFF5768D}"/>
              </a:ext>
            </a:extLst>
          </p:cNvPr>
          <p:cNvSpPr>
            <a:spLocks noGrp="1"/>
          </p:cNvSpPr>
          <p:nvPr>
            <p:ph type="body" idx="25"/>
            <p:custDataLst>
              <p:tags r:id="rId7"/>
            </p:custDataLst>
          </p:nvPr>
        </p:nvSpPr>
        <p:spPr>
          <a:xfrm>
            <a:off x="7120438" y="2012204"/>
            <a:ext cx="3783907" cy="30539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C3D3F3B8-A9C4-F700-2279-15EA06380430}"/>
              </a:ext>
            </a:extLst>
          </p:cNvPr>
          <p:cNvSpPr>
            <a:spLocks noGrp="1"/>
          </p:cNvSpPr>
          <p:nvPr>
            <p:ph type="body" idx="50"/>
            <p:custDataLst>
              <p:tags r:id="rId8"/>
            </p:custDataLst>
          </p:nvPr>
        </p:nvSpPr>
        <p:spPr>
          <a:xfrm>
            <a:off x="7120438" y="4516128"/>
            <a:ext cx="3783600" cy="30539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AC9C18FD-4D4A-FB2E-3237-4C765B920131}"/>
              </a:ext>
            </a:extLst>
          </p:cNvPr>
          <p:cNvSpPr>
            <a:spLocks noGrp="1"/>
          </p:cNvSpPr>
          <p:nvPr>
            <p:ph type="body" idx="51"/>
            <p:custDataLst>
              <p:tags r:id="rId9"/>
            </p:custDataLst>
          </p:nvPr>
        </p:nvSpPr>
        <p:spPr>
          <a:xfrm>
            <a:off x="7120438" y="3236574"/>
            <a:ext cx="3783907" cy="30539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38DE49B2-A41F-71F4-D812-50FDB7D603C0}"/>
              </a:ext>
            </a:extLst>
          </p:cNvPr>
          <p:cNvSpPr>
            <a:spLocks noGrp="1"/>
          </p:cNvSpPr>
          <p:nvPr>
            <p:ph type="body" idx="52"/>
            <p:custDataLst>
              <p:tags r:id="rId10"/>
            </p:custDataLst>
          </p:nvPr>
        </p:nvSpPr>
        <p:spPr>
          <a:xfrm>
            <a:off x="7120438" y="5796422"/>
            <a:ext cx="3783600" cy="30539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855B81-0E84-0C8A-21E4-A62C9E34FB2A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1530254"/>
            <a:ext cx="59880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3650F0-1427-8A0A-AD8F-15478E2A56B6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2502254"/>
            <a:ext cx="59880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FB62B1B-10C5-B702-8986-0A51B931DF8A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3726254"/>
            <a:ext cx="59880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CC2499A-314A-D52B-1B55-AE4AA3B0A072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2754254"/>
            <a:ext cx="59880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B2BD8F-C256-5445-D591-AD8BCA9A2930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5006178"/>
            <a:ext cx="59880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DBEC6BD-EFB3-70CC-B90B-095D375005B2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4034178"/>
            <a:ext cx="59880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639C960-D5D5-C8BF-2E56-D587C26C4C92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6286102"/>
            <a:ext cx="59880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DCB6A7-CE54-4451-D090-894DF3D7D2FC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5314102"/>
            <a:ext cx="59880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8502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V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73F215-6172-5CD8-D807-85F47361011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8949" y="1334776"/>
            <a:ext cx="5180737" cy="221599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F023AD-7A9E-4EB0-7C4C-44277E8B5182}"/>
              </a:ext>
            </a:extLst>
          </p:cNvPr>
          <p:cNvSpPr/>
          <p:nvPr userDrawn="1"/>
        </p:nvSpPr>
        <p:spPr>
          <a:xfrm>
            <a:off x="587375" y="6070102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0A9976BF-4AE1-2864-2E27-07330579FBB8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3"/>
            </p:custDataLst>
          </p:nvPr>
        </p:nvSpPr>
        <p:spPr>
          <a:xfrm>
            <a:off x="7120438" y="1729184"/>
            <a:ext cx="3783907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dirty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C82840F2-B656-8E1B-080C-9511414C6CCB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4"/>
            </p:custDataLst>
          </p:nvPr>
        </p:nvSpPr>
        <p:spPr>
          <a:xfrm>
            <a:off x="7120438" y="2953184"/>
            <a:ext cx="3783907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dirty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94F7F4D4-7293-A948-C243-9C957E4FF150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5"/>
            </p:custDataLst>
          </p:nvPr>
        </p:nvSpPr>
        <p:spPr>
          <a:xfrm>
            <a:off x="7120438" y="4233108"/>
            <a:ext cx="3783600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dirty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1135F7DD-8BD9-81E5-D195-F03C9CCA4154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6"/>
            </p:custDataLst>
          </p:nvPr>
        </p:nvSpPr>
        <p:spPr>
          <a:xfrm>
            <a:off x="7120438" y="5513032"/>
            <a:ext cx="3783600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dirty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pic>
        <p:nvPicPr>
          <p:cNvPr id="17" name="Рисунок 80" descr="Internet with solid fill">
            <a:extLst>
              <a:ext uri="{FF2B5EF4-FFF2-40B4-BE49-F238E27FC236}">
                <a16:creationId xmlns:a16="http://schemas.microsoft.com/office/drawing/2014/main" id="{C9D5A5EC-B587-7FFD-8943-65CD0397BB9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451091" y="1782254"/>
            <a:ext cx="468000" cy="468000"/>
          </a:xfrm>
          <a:prstGeom prst="rect">
            <a:avLst/>
          </a:prstGeom>
        </p:spPr>
      </p:pic>
      <p:pic>
        <p:nvPicPr>
          <p:cNvPr id="18" name="Рисунок 85" descr="Envelope with solid fill">
            <a:extLst>
              <a:ext uri="{FF2B5EF4-FFF2-40B4-BE49-F238E27FC236}">
                <a16:creationId xmlns:a16="http://schemas.microsoft.com/office/drawing/2014/main" id="{692891DD-3E77-F509-84B6-3B762E4F74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6451091" y="3006254"/>
            <a:ext cx="468000" cy="468000"/>
          </a:xfrm>
          <a:prstGeom prst="rect">
            <a:avLst/>
          </a:prstGeom>
        </p:spPr>
      </p:pic>
      <p:pic>
        <p:nvPicPr>
          <p:cNvPr id="19" name="Рисунок 90" descr="Smart Phone with solid fill">
            <a:extLst>
              <a:ext uri="{FF2B5EF4-FFF2-40B4-BE49-F238E27FC236}">
                <a16:creationId xmlns:a16="http://schemas.microsoft.com/office/drawing/2014/main" id="{88099BCA-C4A8-6BB6-CAE9-4A94AE45027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6451091" y="4286178"/>
            <a:ext cx="468000" cy="468000"/>
          </a:xfrm>
          <a:prstGeom prst="rect">
            <a:avLst/>
          </a:prstGeom>
        </p:spPr>
      </p:pic>
      <p:pic>
        <p:nvPicPr>
          <p:cNvPr id="20" name="Рисунок 95" descr="Map with pin with solid fill">
            <a:extLst>
              <a:ext uri="{FF2B5EF4-FFF2-40B4-BE49-F238E27FC236}">
                <a16:creationId xmlns:a16="http://schemas.microsoft.com/office/drawing/2014/main" id="{520436F6-AD2D-60FD-59B9-FE09DE110B6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6451091" y="5566102"/>
            <a:ext cx="468000" cy="468000"/>
          </a:xfrm>
          <a:prstGeom prst="rect">
            <a:avLst/>
          </a:prstGeom>
        </p:spPr>
      </p:pic>
      <p:sp>
        <p:nvSpPr>
          <p:cNvPr id="21" name="Text Placeholder">
            <a:extLst>
              <a:ext uri="{FF2B5EF4-FFF2-40B4-BE49-F238E27FC236}">
                <a16:creationId xmlns:a16="http://schemas.microsoft.com/office/drawing/2014/main" id="{EA8B59AC-1B82-FA08-CB2B-7504EFF5768D}"/>
              </a:ext>
            </a:extLst>
          </p:cNvPr>
          <p:cNvSpPr>
            <a:spLocks noGrp="1"/>
          </p:cNvSpPr>
          <p:nvPr>
            <p:ph type="body" idx="25"/>
            <p:custDataLst>
              <p:tags r:id="rId7"/>
            </p:custDataLst>
          </p:nvPr>
        </p:nvSpPr>
        <p:spPr>
          <a:xfrm>
            <a:off x="7120438" y="2012204"/>
            <a:ext cx="3783907" cy="30539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C3D3F3B8-A9C4-F700-2279-15EA06380430}"/>
              </a:ext>
            </a:extLst>
          </p:cNvPr>
          <p:cNvSpPr>
            <a:spLocks noGrp="1"/>
          </p:cNvSpPr>
          <p:nvPr>
            <p:ph type="body" idx="50"/>
            <p:custDataLst>
              <p:tags r:id="rId8"/>
            </p:custDataLst>
          </p:nvPr>
        </p:nvSpPr>
        <p:spPr>
          <a:xfrm>
            <a:off x="7120438" y="4516128"/>
            <a:ext cx="3783600" cy="30539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AC9C18FD-4D4A-FB2E-3237-4C765B920131}"/>
              </a:ext>
            </a:extLst>
          </p:cNvPr>
          <p:cNvSpPr>
            <a:spLocks noGrp="1"/>
          </p:cNvSpPr>
          <p:nvPr>
            <p:ph type="body" idx="51"/>
            <p:custDataLst>
              <p:tags r:id="rId9"/>
            </p:custDataLst>
          </p:nvPr>
        </p:nvSpPr>
        <p:spPr>
          <a:xfrm>
            <a:off x="7120438" y="3236574"/>
            <a:ext cx="3783907" cy="30539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38DE49B2-A41F-71F4-D812-50FDB7D603C0}"/>
              </a:ext>
            </a:extLst>
          </p:cNvPr>
          <p:cNvSpPr>
            <a:spLocks noGrp="1"/>
          </p:cNvSpPr>
          <p:nvPr>
            <p:ph type="body" idx="52"/>
            <p:custDataLst>
              <p:tags r:id="rId10"/>
            </p:custDataLst>
          </p:nvPr>
        </p:nvSpPr>
        <p:spPr>
          <a:xfrm>
            <a:off x="7120438" y="5796422"/>
            <a:ext cx="3783600" cy="30539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855B81-0E84-0C8A-21E4-A62C9E34FB2A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1530254"/>
            <a:ext cx="59880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3650F0-1427-8A0A-AD8F-15478E2A56B6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2502254"/>
            <a:ext cx="598805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FB62B1B-10C5-B702-8986-0A51B931DF8A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3726254"/>
            <a:ext cx="598805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CC2499A-314A-D52B-1B55-AE4AA3B0A072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2754254"/>
            <a:ext cx="59880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B2BD8F-C256-5445-D591-AD8BCA9A2930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5006178"/>
            <a:ext cx="598805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DBEC6BD-EFB3-70CC-B90B-095D375005B2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4034178"/>
            <a:ext cx="59880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639C960-D5D5-C8BF-2E56-D587C26C4C92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6286102"/>
            <a:ext cx="598805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DCB6A7-CE54-4451-D090-894DF3D7D2FC}"/>
              </a:ext>
            </a:extLst>
          </p:cNvPr>
          <p:cNvCxnSpPr>
            <a:cxnSpLocks/>
          </p:cNvCxnSpPr>
          <p:nvPr userDrawn="1"/>
        </p:nvCxnSpPr>
        <p:spPr>
          <a:xfrm flipH="1">
            <a:off x="6203950" y="5314102"/>
            <a:ext cx="59880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527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V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50" y="1334776"/>
            <a:ext cx="4975844" cy="295465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075613" y="4880777"/>
            <a:ext cx="3527597" cy="1384995"/>
          </a:xfrm>
        </p:spPr>
        <p:txBody>
          <a:bodyPr wrap="square" lIns="0" tIns="0" rIns="0" bIns="0" anchor="b" anchorCtr="0">
            <a:noAutofit/>
          </a:bodyPr>
          <a:lstStyle>
            <a:lvl1pPr marL="0" indent="0" algn="r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161C95-3523-1A34-4F85-4599A7AA39A9}"/>
              </a:ext>
            </a:extLst>
          </p:cNvPr>
          <p:cNvSpPr/>
          <p:nvPr userDrawn="1"/>
        </p:nvSpPr>
        <p:spPr>
          <a:xfrm>
            <a:off x="6216214" y="605524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0689408-D552-769A-E12F-4EDC5FA39995}"/>
              </a:ext>
            </a:extLst>
          </p:cNvPr>
          <p:cNvSpPr/>
          <p:nvPr userDrawn="1"/>
        </p:nvSpPr>
        <p:spPr>
          <a:xfrm>
            <a:off x="587829" y="587829"/>
            <a:ext cx="11604171" cy="6281057"/>
          </a:xfrm>
          <a:custGeom>
            <a:avLst/>
            <a:gdLst>
              <a:gd name="connsiteX0" fmla="*/ 11604171 w 11604171"/>
              <a:gd name="connsiteY0" fmla="*/ 0 h 6281057"/>
              <a:gd name="connsiteX1" fmla="*/ 11016342 w 11604171"/>
              <a:gd name="connsiteY1" fmla="*/ 0 h 6281057"/>
              <a:gd name="connsiteX2" fmla="*/ 11016342 w 11604171"/>
              <a:gd name="connsiteY2" fmla="*/ 206828 h 6281057"/>
              <a:gd name="connsiteX3" fmla="*/ 11016342 w 11604171"/>
              <a:gd name="connsiteY3" fmla="*/ 489857 h 6281057"/>
              <a:gd name="connsiteX4" fmla="*/ 5181600 w 11604171"/>
              <a:gd name="connsiteY4" fmla="*/ 489857 h 6281057"/>
              <a:gd name="connsiteX5" fmla="*/ 5181600 w 11604171"/>
              <a:gd name="connsiteY5" fmla="*/ 5246914 h 6281057"/>
              <a:gd name="connsiteX6" fmla="*/ 4963885 w 11604171"/>
              <a:gd name="connsiteY6" fmla="*/ 5246914 h 6281057"/>
              <a:gd name="connsiteX7" fmla="*/ 4963885 w 11604171"/>
              <a:gd name="connsiteY7" fmla="*/ 5693228 h 6281057"/>
              <a:gd name="connsiteX8" fmla="*/ 0 w 11604171"/>
              <a:gd name="connsiteY8" fmla="*/ 5693228 h 6281057"/>
              <a:gd name="connsiteX9" fmla="*/ 0 w 11604171"/>
              <a:gd name="connsiteY9" fmla="*/ 6281057 h 62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604171" h="6281057">
                <a:moveTo>
                  <a:pt x="11604171" y="0"/>
                </a:moveTo>
                <a:lnTo>
                  <a:pt x="11016342" y="0"/>
                </a:lnTo>
                <a:lnTo>
                  <a:pt x="11016342" y="206828"/>
                </a:lnTo>
                <a:lnTo>
                  <a:pt x="11016342" y="489857"/>
                </a:lnTo>
                <a:lnTo>
                  <a:pt x="5181600" y="489857"/>
                </a:lnTo>
                <a:lnTo>
                  <a:pt x="5181600" y="5246914"/>
                </a:lnTo>
                <a:lnTo>
                  <a:pt x="4963885" y="5246914"/>
                </a:lnTo>
                <a:lnTo>
                  <a:pt x="4963885" y="5693228"/>
                </a:lnTo>
                <a:lnTo>
                  <a:pt x="0" y="5693228"/>
                </a:lnTo>
                <a:lnTo>
                  <a:pt x="0" y="6281057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788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50" y="1334776"/>
            <a:ext cx="4975844" cy="295465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075613" y="4880777"/>
            <a:ext cx="3527597" cy="1384995"/>
          </a:xfrm>
        </p:spPr>
        <p:txBody>
          <a:bodyPr wrap="square" lIns="0" tIns="0" rIns="0" bIns="0" anchor="b" anchorCtr="0">
            <a:noAutofit/>
          </a:bodyPr>
          <a:lstStyle>
            <a:lvl1pPr marL="0" indent="0" algn="r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161C95-3523-1A34-4F85-4599A7AA39A9}"/>
              </a:ext>
            </a:extLst>
          </p:cNvPr>
          <p:cNvSpPr/>
          <p:nvPr userDrawn="1"/>
        </p:nvSpPr>
        <p:spPr>
          <a:xfrm>
            <a:off x="6216214" y="605524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0689408-D552-769A-E12F-4EDC5FA39995}"/>
              </a:ext>
            </a:extLst>
          </p:cNvPr>
          <p:cNvSpPr/>
          <p:nvPr userDrawn="1"/>
        </p:nvSpPr>
        <p:spPr>
          <a:xfrm>
            <a:off x="587829" y="587829"/>
            <a:ext cx="11604171" cy="6281057"/>
          </a:xfrm>
          <a:custGeom>
            <a:avLst/>
            <a:gdLst>
              <a:gd name="connsiteX0" fmla="*/ 11604171 w 11604171"/>
              <a:gd name="connsiteY0" fmla="*/ 0 h 6281057"/>
              <a:gd name="connsiteX1" fmla="*/ 11016342 w 11604171"/>
              <a:gd name="connsiteY1" fmla="*/ 0 h 6281057"/>
              <a:gd name="connsiteX2" fmla="*/ 11016342 w 11604171"/>
              <a:gd name="connsiteY2" fmla="*/ 206828 h 6281057"/>
              <a:gd name="connsiteX3" fmla="*/ 11016342 w 11604171"/>
              <a:gd name="connsiteY3" fmla="*/ 489857 h 6281057"/>
              <a:gd name="connsiteX4" fmla="*/ 5181600 w 11604171"/>
              <a:gd name="connsiteY4" fmla="*/ 489857 h 6281057"/>
              <a:gd name="connsiteX5" fmla="*/ 5181600 w 11604171"/>
              <a:gd name="connsiteY5" fmla="*/ 5246914 h 6281057"/>
              <a:gd name="connsiteX6" fmla="*/ 4963885 w 11604171"/>
              <a:gd name="connsiteY6" fmla="*/ 5246914 h 6281057"/>
              <a:gd name="connsiteX7" fmla="*/ 4963885 w 11604171"/>
              <a:gd name="connsiteY7" fmla="*/ 5693228 h 6281057"/>
              <a:gd name="connsiteX8" fmla="*/ 0 w 11604171"/>
              <a:gd name="connsiteY8" fmla="*/ 5693228 h 6281057"/>
              <a:gd name="connsiteX9" fmla="*/ 0 w 11604171"/>
              <a:gd name="connsiteY9" fmla="*/ 6281057 h 62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604171" h="6281057">
                <a:moveTo>
                  <a:pt x="11604171" y="0"/>
                </a:moveTo>
                <a:lnTo>
                  <a:pt x="11016342" y="0"/>
                </a:lnTo>
                <a:lnTo>
                  <a:pt x="11016342" y="206828"/>
                </a:lnTo>
                <a:lnTo>
                  <a:pt x="11016342" y="489857"/>
                </a:lnTo>
                <a:lnTo>
                  <a:pt x="5181600" y="489857"/>
                </a:lnTo>
                <a:lnTo>
                  <a:pt x="5181600" y="5246914"/>
                </a:lnTo>
                <a:lnTo>
                  <a:pt x="4963885" y="5246914"/>
                </a:lnTo>
                <a:lnTo>
                  <a:pt x="4963885" y="5693228"/>
                </a:lnTo>
                <a:lnTo>
                  <a:pt x="0" y="5693228"/>
                </a:lnTo>
                <a:lnTo>
                  <a:pt x="0" y="6281057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9835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V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50" y="1334776"/>
            <a:ext cx="4975844" cy="295465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075613" y="4880777"/>
            <a:ext cx="3527597" cy="1384995"/>
          </a:xfrm>
        </p:spPr>
        <p:txBody>
          <a:bodyPr wrap="square" lIns="0" tIns="0" rIns="0" bIns="0" anchor="b" anchorCtr="0">
            <a:noAutofit/>
          </a:bodyPr>
          <a:lstStyle>
            <a:lvl1pPr marL="0" indent="0" algn="r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161C95-3523-1A34-4F85-4599A7AA39A9}"/>
              </a:ext>
            </a:extLst>
          </p:cNvPr>
          <p:cNvSpPr/>
          <p:nvPr userDrawn="1"/>
        </p:nvSpPr>
        <p:spPr>
          <a:xfrm>
            <a:off x="11388625" y="57901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CD27191-0EE9-CE08-CDAD-6FF41DFC5A68}"/>
              </a:ext>
            </a:extLst>
          </p:cNvPr>
          <p:cNvSpPr/>
          <p:nvPr userDrawn="1"/>
        </p:nvSpPr>
        <p:spPr>
          <a:xfrm>
            <a:off x="0" y="2540"/>
            <a:ext cx="7331207" cy="6278042"/>
          </a:xfrm>
          <a:custGeom>
            <a:avLst/>
            <a:gdLst>
              <a:gd name="connsiteX0" fmla="*/ 0 w 8437944"/>
              <a:gd name="connsiteY0" fmla="*/ 6852213 h 6852213"/>
              <a:gd name="connsiteX1" fmla="*/ 0 w 8437944"/>
              <a:gd name="connsiteY1" fmla="*/ 6296628 h 6852213"/>
              <a:gd name="connsiteX2" fmla="*/ 7292051 w 8437944"/>
              <a:gd name="connsiteY2" fmla="*/ 6296628 h 6852213"/>
              <a:gd name="connsiteX3" fmla="*/ 7292051 w 8437944"/>
              <a:gd name="connsiteY3" fmla="*/ 810228 h 6852213"/>
              <a:gd name="connsiteX4" fmla="*/ 7720314 w 8437944"/>
              <a:gd name="connsiteY4" fmla="*/ 810228 h 6852213"/>
              <a:gd name="connsiteX5" fmla="*/ 7720314 w 8437944"/>
              <a:gd name="connsiteY5" fmla="*/ 590309 h 6852213"/>
              <a:gd name="connsiteX6" fmla="*/ 8437944 w 8437944"/>
              <a:gd name="connsiteY6" fmla="*/ 590309 h 6852213"/>
              <a:gd name="connsiteX7" fmla="*/ 8437944 w 8437944"/>
              <a:gd name="connsiteY7" fmla="*/ 0 h 6852213"/>
              <a:gd name="connsiteX0" fmla="*/ 0 w 8437944"/>
              <a:gd name="connsiteY0" fmla="*/ 6871281 h 6871281"/>
              <a:gd name="connsiteX1" fmla="*/ 0 w 8437944"/>
              <a:gd name="connsiteY1" fmla="*/ 6296628 h 6871281"/>
              <a:gd name="connsiteX2" fmla="*/ 7292051 w 8437944"/>
              <a:gd name="connsiteY2" fmla="*/ 6296628 h 6871281"/>
              <a:gd name="connsiteX3" fmla="*/ 7292051 w 8437944"/>
              <a:gd name="connsiteY3" fmla="*/ 810228 h 6871281"/>
              <a:gd name="connsiteX4" fmla="*/ 7720314 w 8437944"/>
              <a:gd name="connsiteY4" fmla="*/ 810228 h 6871281"/>
              <a:gd name="connsiteX5" fmla="*/ 7720314 w 8437944"/>
              <a:gd name="connsiteY5" fmla="*/ 590309 h 6871281"/>
              <a:gd name="connsiteX6" fmla="*/ 8437944 w 8437944"/>
              <a:gd name="connsiteY6" fmla="*/ 590309 h 6871281"/>
              <a:gd name="connsiteX7" fmla="*/ 8437944 w 8437944"/>
              <a:gd name="connsiteY7" fmla="*/ 0 h 6871281"/>
              <a:gd name="connsiteX0" fmla="*/ 0 w 8437944"/>
              <a:gd name="connsiteY0" fmla="*/ 6858569 h 6858569"/>
              <a:gd name="connsiteX1" fmla="*/ 0 w 8437944"/>
              <a:gd name="connsiteY1" fmla="*/ 6283916 h 6858569"/>
              <a:gd name="connsiteX2" fmla="*/ 7292051 w 8437944"/>
              <a:gd name="connsiteY2" fmla="*/ 6283916 h 6858569"/>
              <a:gd name="connsiteX3" fmla="*/ 7292051 w 8437944"/>
              <a:gd name="connsiteY3" fmla="*/ 797516 h 6858569"/>
              <a:gd name="connsiteX4" fmla="*/ 7720314 w 8437944"/>
              <a:gd name="connsiteY4" fmla="*/ 797516 h 6858569"/>
              <a:gd name="connsiteX5" fmla="*/ 7720314 w 8437944"/>
              <a:gd name="connsiteY5" fmla="*/ 577597 h 6858569"/>
              <a:gd name="connsiteX6" fmla="*/ 8437944 w 8437944"/>
              <a:gd name="connsiteY6" fmla="*/ 577597 h 6858569"/>
              <a:gd name="connsiteX7" fmla="*/ 8437944 w 8437944"/>
              <a:gd name="connsiteY7" fmla="*/ 0 h 6858569"/>
              <a:gd name="connsiteX0" fmla="*/ 0 w 8437944"/>
              <a:gd name="connsiteY0" fmla="*/ 6283916 h 6283916"/>
              <a:gd name="connsiteX1" fmla="*/ 7292051 w 8437944"/>
              <a:gd name="connsiteY1" fmla="*/ 6283916 h 6283916"/>
              <a:gd name="connsiteX2" fmla="*/ 7292051 w 8437944"/>
              <a:gd name="connsiteY2" fmla="*/ 797516 h 6283916"/>
              <a:gd name="connsiteX3" fmla="*/ 7720314 w 8437944"/>
              <a:gd name="connsiteY3" fmla="*/ 797516 h 6283916"/>
              <a:gd name="connsiteX4" fmla="*/ 7720314 w 8437944"/>
              <a:gd name="connsiteY4" fmla="*/ 577597 h 6283916"/>
              <a:gd name="connsiteX5" fmla="*/ 8437944 w 8437944"/>
              <a:gd name="connsiteY5" fmla="*/ 577597 h 6283916"/>
              <a:gd name="connsiteX6" fmla="*/ 8437944 w 8437944"/>
              <a:gd name="connsiteY6" fmla="*/ 0 h 6283916"/>
              <a:gd name="connsiteX0" fmla="*/ 0 w 7380037"/>
              <a:gd name="connsiteY0" fmla="*/ 6283916 h 6283916"/>
              <a:gd name="connsiteX1" fmla="*/ 6234144 w 7380037"/>
              <a:gd name="connsiteY1" fmla="*/ 6283916 h 6283916"/>
              <a:gd name="connsiteX2" fmla="*/ 6234144 w 7380037"/>
              <a:gd name="connsiteY2" fmla="*/ 797516 h 6283916"/>
              <a:gd name="connsiteX3" fmla="*/ 6662407 w 7380037"/>
              <a:gd name="connsiteY3" fmla="*/ 797516 h 6283916"/>
              <a:gd name="connsiteX4" fmla="*/ 6662407 w 7380037"/>
              <a:gd name="connsiteY4" fmla="*/ 577597 h 6283916"/>
              <a:gd name="connsiteX5" fmla="*/ 7380037 w 7380037"/>
              <a:gd name="connsiteY5" fmla="*/ 577597 h 6283916"/>
              <a:gd name="connsiteX6" fmla="*/ 7380037 w 7380037"/>
              <a:gd name="connsiteY6" fmla="*/ 0 h 6283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0037" h="6283916">
                <a:moveTo>
                  <a:pt x="0" y="6283916"/>
                </a:moveTo>
                <a:lnTo>
                  <a:pt x="6234144" y="6283916"/>
                </a:lnTo>
                <a:lnTo>
                  <a:pt x="6234144" y="797516"/>
                </a:lnTo>
                <a:lnTo>
                  <a:pt x="6662407" y="797516"/>
                </a:lnTo>
                <a:lnTo>
                  <a:pt x="6662407" y="577597"/>
                </a:lnTo>
                <a:lnTo>
                  <a:pt x="7380037" y="577597"/>
                </a:lnTo>
                <a:lnTo>
                  <a:pt x="7380037" y="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6221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FA80A4C-47D5-4435-4F7C-8B9B824D384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6521222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8AE4EC54-72A3-5F0D-B5F5-E135504F4BB2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1018800" y="2610707"/>
            <a:ext cx="3517439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7E1C8D7E-7D12-8C1B-B5AF-C5306C1E8258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>
          <a:xfrm>
            <a:off x="1018800" y="2890600"/>
            <a:ext cx="3517439" cy="269044"/>
          </a:xfrm>
        </p:spPr>
        <p:txBody>
          <a:bodyPr wrap="square" lIns="0" tIns="36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8C933-8D99-C8FC-F68C-667921E6065F}"/>
              </a:ext>
            </a:extLst>
          </p:cNvPr>
          <p:cNvSpPr/>
          <p:nvPr userDrawn="1"/>
        </p:nvSpPr>
        <p:spPr>
          <a:xfrm>
            <a:off x="11388625" y="59277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FC02A7D-4AC0-C9B7-8548-2CF340774C2F}"/>
              </a:ext>
            </a:extLst>
          </p:cNvPr>
          <p:cNvSpPr/>
          <p:nvPr userDrawn="1"/>
        </p:nvSpPr>
        <p:spPr>
          <a:xfrm rot="10800000">
            <a:off x="6192896" y="-13208"/>
            <a:ext cx="1138311" cy="6875450"/>
          </a:xfrm>
          <a:custGeom>
            <a:avLst/>
            <a:gdLst>
              <a:gd name="connsiteX0" fmla="*/ 0 w 8437944"/>
              <a:gd name="connsiteY0" fmla="*/ 6852213 h 6852213"/>
              <a:gd name="connsiteX1" fmla="*/ 0 w 8437944"/>
              <a:gd name="connsiteY1" fmla="*/ 6296628 h 6852213"/>
              <a:gd name="connsiteX2" fmla="*/ 7292051 w 8437944"/>
              <a:gd name="connsiteY2" fmla="*/ 6296628 h 6852213"/>
              <a:gd name="connsiteX3" fmla="*/ 7292051 w 8437944"/>
              <a:gd name="connsiteY3" fmla="*/ 810228 h 6852213"/>
              <a:gd name="connsiteX4" fmla="*/ 7720314 w 8437944"/>
              <a:gd name="connsiteY4" fmla="*/ 810228 h 6852213"/>
              <a:gd name="connsiteX5" fmla="*/ 7720314 w 8437944"/>
              <a:gd name="connsiteY5" fmla="*/ 590309 h 6852213"/>
              <a:gd name="connsiteX6" fmla="*/ 8437944 w 8437944"/>
              <a:gd name="connsiteY6" fmla="*/ 590309 h 6852213"/>
              <a:gd name="connsiteX7" fmla="*/ 8437944 w 8437944"/>
              <a:gd name="connsiteY7" fmla="*/ 0 h 6852213"/>
              <a:gd name="connsiteX0" fmla="*/ 0 w 8437944"/>
              <a:gd name="connsiteY0" fmla="*/ 6871281 h 6871281"/>
              <a:gd name="connsiteX1" fmla="*/ 0 w 8437944"/>
              <a:gd name="connsiteY1" fmla="*/ 6296628 h 6871281"/>
              <a:gd name="connsiteX2" fmla="*/ 7292051 w 8437944"/>
              <a:gd name="connsiteY2" fmla="*/ 6296628 h 6871281"/>
              <a:gd name="connsiteX3" fmla="*/ 7292051 w 8437944"/>
              <a:gd name="connsiteY3" fmla="*/ 810228 h 6871281"/>
              <a:gd name="connsiteX4" fmla="*/ 7720314 w 8437944"/>
              <a:gd name="connsiteY4" fmla="*/ 810228 h 6871281"/>
              <a:gd name="connsiteX5" fmla="*/ 7720314 w 8437944"/>
              <a:gd name="connsiteY5" fmla="*/ 590309 h 6871281"/>
              <a:gd name="connsiteX6" fmla="*/ 8437944 w 8437944"/>
              <a:gd name="connsiteY6" fmla="*/ 590309 h 6871281"/>
              <a:gd name="connsiteX7" fmla="*/ 8437944 w 8437944"/>
              <a:gd name="connsiteY7" fmla="*/ 0 h 6871281"/>
              <a:gd name="connsiteX0" fmla="*/ 0 w 8437944"/>
              <a:gd name="connsiteY0" fmla="*/ 6858569 h 6858569"/>
              <a:gd name="connsiteX1" fmla="*/ 0 w 8437944"/>
              <a:gd name="connsiteY1" fmla="*/ 6283916 h 6858569"/>
              <a:gd name="connsiteX2" fmla="*/ 7292051 w 8437944"/>
              <a:gd name="connsiteY2" fmla="*/ 6283916 h 6858569"/>
              <a:gd name="connsiteX3" fmla="*/ 7292051 w 8437944"/>
              <a:gd name="connsiteY3" fmla="*/ 797516 h 6858569"/>
              <a:gd name="connsiteX4" fmla="*/ 7720314 w 8437944"/>
              <a:gd name="connsiteY4" fmla="*/ 797516 h 6858569"/>
              <a:gd name="connsiteX5" fmla="*/ 7720314 w 8437944"/>
              <a:gd name="connsiteY5" fmla="*/ 577597 h 6858569"/>
              <a:gd name="connsiteX6" fmla="*/ 8437944 w 8437944"/>
              <a:gd name="connsiteY6" fmla="*/ 577597 h 6858569"/>
              <a:gd name="connsiteX7" fmla="*/ 8437944 w 8437944"/>
              <a:gd name="connsiteY7" fmla="*/ 0 h 6858569"/>
              <a:gd name="connsiteX0" fmla="*/ 0 w 8437944"/>
              <a:gd name="connsiteY0" fmla="*/ 6283916 h 6283916"/>
              <a:gd name="connsiteX1" fmla="*/ 7292051 w 8437944"/>
              <a:gd name="connsiteY1" fmla="*/ 6283916 h 6283916"/>
              <a:gd name="connsiteX2" fmla="*/ 7292051 w 8437944"/>
              <a:gd name="connsiteY2" fmla="*/ 797516 h 6283916"/>
              <a:gd name="connsiteX3" fmla="*/ 7720314 w 8437944"/>
              <a:gd name="connsiteY3" fmla="*/ 797516 h 6283916"/>
              <a:gd name="connsiteX4" fmla="*/ 7720314 w 8437944"/>
              <a:gd name="connsiteY4" fmla="*/ 577597 h 6283916"/>
              <a:gd name="connsiteX5" fmla="*/ 8437944 w 8437944"/>
              <a:gd name="connsiteY5" fmla="*/ 577597 h 6283916"/>
              <a:gd name="connsiteX6" fmla="*/ 8437944 w 8437944"/>
              <a:gd name="connsiteY6" fmla="*/ 0 h 6283916"/>
              <a:gd name="connsiteX0" fmla="*/ 0 w 7380037"/>
              <a:gd name="connsiteY0" fmla="*/ 6283916 h 6283916"/>
              <a:gd name="connsiteX1" fmla="*/ 6234144 w 7380037"/>
              <a:gd name="connsiteY1" fmla="*/ 6283916 h 6283916"/>
              <a:gd name="connsiteX2" fmla="*/ 6234144 w 7380037"/>
              <a:gd name="connsiteY2" fmla="*/ 797516 h 6283916"/>
              <a:gd name="connsiteX3" fmla="*/ 6662407 w 7380037"/>
              <a:gd name="connsiteY3" fmla="*/ 797516 h 6283916"/>
              <a:gd name="connsiteX4" fmla="*/ 6662407 w 7380037"/>
              <a:gd name="connsiteY4" fmla="*/ 577597 h 6283916"/>
              <a:gd name="connsiteX5" fmla="*/ 7380037 w 7380037"/>
              <a:gd name="connsiteY5" fmla="*/ 577597 h 6283916"/>
              <a:gd name="connsiteX6" fmla="*/ 7380037 w 7380037"/>
              <a:gd name="connsiteY6" fmla="*/ 0 h 6283916"/>
              <a:gd name="connsiteX0" fmla="*/ 0 w 1145893"/>
              <a:gd name="connsiteY0" fmla="*/ 6283916 h 6283916"/>
              <a:gd name="connsiteX1" fmla="*/ 0 w 1145893"/>
              <a:gd name="connsiteY1" fmla="*/ 797516 h 6283916"/>
              <a:gd name="connsiteX2" fmla="*/ 428263 w 1145893"/>
              <a:gd name="connsiteY2" fmla="*/ 797516 h 6283916"/>
              <a:gd name="connsiteX3" fmla="*/ 428263 w 1145893"/>
              <a:gd name="connsiteY3" fmla="*/ 577597 h 6283916"/>
              <a:gd name="connsiteX4" fmla="*/ 1145893 w 1145893"/>
              <a:gd name="connsiteY4" fmla="*/ 577597 h 6283916"/>
              <a:gd name="connsiteX5" fmla="*/ 1145893 w 1145893"/>
              <a:gd name="connsiteY5" fmla="*/ 0 h 6283916"/>
              <a:gd name="connsiteX0" fmla="*/ 0 w 1145893"/>
              <a:gd name="connsiteY0" fmla="*/ 6881883 h 6881883"/>
              <a:gd name="connsiteX1" fmla="*/ 0 w 1145893"/>
              <a:gd name="connsiteY1" fmla="*/ 797516 h 6881883"/>
              <a:gd name="connsiteX2" fmla="*/ 428263 w 1145893"/>
              <a:gd name="connsiteY2" fmla="*/ 797516 h 6881883"/>
              <a:gd name="connsiteX3" fmla="*/ 428263 w 1145893"/>
              <a:gd name="connsiteY3" fmla="*/ 577597 h 6881883"/>
              <a:gd name="connsiteX4" fmla="*/ 1145893 w 1145893"/>
              <a:gd name="connsiteY4" fmla="*/ 577597 h 6881883"/>
              <a:gd name="connsiteX5" fmla="*/ 1145893 w 1145893"/>
              <a:gd name="connsiteY5" fmla="*/ 0 h 688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893" h="6881883">
                <a:moveTo>
                  <a:pt x="0" y="6881883"/>
                </a:moveTo>
                <a:lnTo>
                  <a:pt x="0" y="797516"/>
                </a:lnTo>
                <a:lnTo>
                  <a:pt x="428263" y="797516"/>
                </a:lnTo>
                <a:lnTo>
                  <a:pt x="428263" y="577597"/>
                </a:lnTo>
                <a:lnTo>
                  <a:pt x="1145893" y="577597"/>
                </a:lnTo>
                <a:lnTo>
                  <a:pt x="1145893" y="0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C01AB6E7-D76E-0F24-BA7E-20F599C15DC6}"/>
              </a:ext>
            </a:extLst>
          </p:cNvPr>
          <p:cNvSpPr>
            <a:spLocks noGrp="1"/>
          </p:cNvSpPr>
          <p:nvPr>
            <p:ph type="body" idx="38"/>
            <p:custDataLst>
              <p:tags r:id="rId5"/>
            </p:custDataLst>
          </p:nvPr>
        </p:nvSpPr>
        <p:spPr>
          <a:xfrm>
            <a:off x="1018800" y="3363286"/>
            <a:ext cx="3517439" cy="2907440"/>
          </a:xfrm>
        </p:spPr>
        <p:txBody>
          <a:bodyPr wrap="square" lIns="0" tIns="180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CC1942-E708-B225-9E77-E66CC2C93B96}"/>
              </a:ext>
            </a:extLst>
          </p:cNvPr>
          <p:cNvCxnSpPr>
            <a:cxnSpLocks/>
          </p:cNvCxnSpPr>
          <p:nvPr userDrawn="1"/>
        </p:nvCxnSpPr>
        <p:spPr>
          <a:xfrm>
            <a:off x="1018800" y="3363286"/>
            <a:ext cx="351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1FFC77F-B7AB-6728-2408-895DFA601E0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558800" y="1016424"/>
            <a:ext cx="4046400" cy="584157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9381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V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FA80A4C-47D5-4435-4F7C-8B9B824D384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6521222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8AE4EC54-72A3-5F0D-B5F5-E135504F4BB2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8949" y="5513210"/>
            <a:ext cx="3517439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8C933-8D99-C8FC-F68C-667921E6065F}"/>
              </a:ext>
            </a:extLst>
          </p:cNvPr>
          <p:cNvSpPr/>
          <p:nvPr userDrawn="1"/>
        </p:nvSpPr>
        <p:spPr>
          <a:xfrm>
            <a:off x="8796338" y="59277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C01AB6E7-D76E-0F24-BA7E-20F599C15DC6}"/>
              </a:ext>
            </a:extLst>
          </p:cNvPr>
          <p:cNvSpPr>
            <a:spLocks noGrp="1"/>
          </p:cNvSpPr>
          <p:nvPr>
            <p:ph type="body" idx="38"/>
            <p:custDataLst>
              <p:tags r:id="rId4"/>
            </p:custDataLst>
          </p:nvPr>
        </p:nvSpPr>
        <p:spPr>
          <a:xfrm>
            <a:off x="598949" y="5923604"/>
            <a:ext cx="3517439" cy="341747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CC1942-E708-B225-9E77-E66CC2C93B96}"/>
              </a:ext>
            </a:extLst>
          </p:cNvPr>
          <p:cNvCxnSpPr>
            <a:cxnSpLocks/>
          </p:cNvCxnSpPr>
          <p:nvPr userDrawn="1"/>
        </p:nvCxnSpPr>
        <p:spPr>
          <a:xfrm>
            <a:off x="598949" y="5905829"/>
            <a:ext cx="35172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1FFC77F-B7AB-6728-2408-895DFA601E0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99188" y="2734957"/>
            <a:ext cx="3517200" cy="2107967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B409B320-EF82-3EA9-0774-93463063E48A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5"/>
            </p:custDataLst>
          </p:nvPr>
        </p:nvSpPr>
        <p:spPr>
          <a:xfrm>
            <a:off x="4343067" y="5513210"/>
            <a:ext cx="3517439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F8AD82A8-F0C9-A339-454C-B155CB559B8D}"/>
              </a:ext>
            </a:extLst>
          </p:cNvPr>
          <p:cNvSpPr>
            <a:spLocks noGrp="1"/>
          </p:cNvSpPr>
          <p:nvPr>
            <p:ph type="body" idx="41"/>
            <p:custDataLst>
              <p:tags r:id="rId6"/>
            </p:custDataLst>
          </p:nvPr>
        </p:nvSpPr>
        <p:spPr>
          <a:xfrm>
            <a:off x="4343067" y="5923604"/>
            <a:ext cx="3517439" cy="341747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C5EEC2-6E6B-EBD6-748A-430218E545C9}"/>
              </a:ext>
            </a:extLst>
          </p:cNvPr>
          <p:cNvCxnSpPr>
            <a:cxnSpLocks/>
          </p:cNvCxnSpPr>
          <p:nvPr userDrawn="1"/>
        </p:nvCxnSpPr>
        <p:spPr>
          <a:xfrm>
            <a:off x="4343067" y="5905829"/>
            <a:ext cx="35172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72EB3BB3-03CD-B294-B70F-DDB08A055168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7"/>
            </p:custDataLst>
          </p:nvPr>
        </p:nvSpPr>
        <p:spPr>
          <a:xfrm>
            <a:off x="8087186" y="5513210"/>
            <a:ext cx="3517439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B1B6403F-1914-8F9A-8381-366C80E7F038}"/>
              </a:ext>
            </a:extLst>
          </p:cNvPr>
          <p:cNvSpPr>
            <a:spLocks noGrp="1"/>
          </p:cNvSpPr>
          <p:nvPr>
            <p:ph type="body" idx="43"/>
            <p:custDataLst>
              <p:tags r:id="rId8"/>
            </p:custDataLst>
          </p:nvPr>
        </p:nvSpPr>
        <p:spPr>
          <a:xfrm>
            <a:off x="8087186" y="5923604"/>
            <a:ext cx="3517439" cy="341747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1C2633-CF6C-67FA-087F-535ACA40E1FB}"/>
              </a:ext>
            </a:extLst>
          </p:cNvPr>
          <p:cNvCxnSpPr>
            <a:cxnSpLocks/>
          </p:cNvCxnSpPr>
          <p:nvPr userDrawn="1"/>
        </p:nvCxnSpPr>
        <p:spPr>
          <a:xfrm>
            <a:off x="8087186" y="5905829"/>
            <a:ext cx="35172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A9686E72-DD78-2413-5480-4CA6F8A3749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43067" y="2734957"/>
            <a:ext cx="3517200" cy="2107967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EAF536BD-9588-82DE-111F-1BE17CD3C85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087186" y="2734957"/>
            <a:ext cx="3517200" cy="2107967"/>
          </a:xfrm>
        </p:spPr>
        <p:txBody>
          <a:bodyPr/>
          <a:lstStyle/>
          <a:p>
            <a:endParaRPr lang="ru-RU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2A0E2C5-9B56-9513-7941-0AFF513804A3}"/>
              </a:ext>
            </a:extLst>
          </p:cNvPr>
          <p:cNvCxnSpPr>
            <a:cxnSpLocks/>
          </p:cNvCxnSpPr>
          <p:nvPr userDrawn="1"/>
        </p:nvCxnSpPr>
        <p:spPr>
          <a:xfrm>
            <a:off x="593984" y="2501277"/>
            <a:ext cx="109800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FDDA0AE-0CD0-9302-FA7E-0AADF7511778}"/>
              </a:ext>
            </a:extLst>
          </p:cNvPr>
          <p:cNvCxnSpPr>
            <a:cxnSpLocks/>
          </p:cNvCxnSpPr>
          <p:nvPr userDrawn="1"/>
        </p:nvCxnSpPr>
        <p:spPr>
          <a:xfrm>
            <a:off x="587375" y="5069084"/>
            <a:ext cx="1101725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0956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FA80A4C-47D5-4435-4F7C-8B9B824D384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6521222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8AE4EC54-72A3-5F0D-B5F5-E135504F4BB2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83947" y="5513210"/>
            <a:ext cx="259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8C933-8D99-C8FC-F68C-667921E6065F}"/>
              </a:ext>
            </a:extLst>
          </p:cNvPr>
          <p:cNvSpPr/>
          <p:nvPr userDrawn="1"/>
        </p:nvSpPr>
        <p:spPr>
          <a:xfrm>
            <a:off x="11388625" y="59277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C01AB6E7-D76E-0F24-BA7E-20F599C15DC6}"/>
              </a:ext>
            </a:extLst>
          </p:cNvPr>
          <p:cNvSpPr>
            <a:spLocks noGrp="1"/>
          </p:cNvSpPr>
          <p:nvPr>
            <p:ph type="body" idx="38"/>
            <p:custDataLst>
              <p:tags r:id="rId4"/>
            </p:custDataLst>
          </p:nvPr>
        </p:nvSpPr>
        <p:spPr>
          <a:xfrm>
            <a:off x="583947" y="5923604"/>
            <a:ext cx="2592000" cy="341747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CC1942-E708-B225-9E77-E66CC2C93B96}"/>
              </a:ext>
            </a:extLst>
          </p:cNvPr>
          <p:cNvCxnSpPr>
            <a:cxnSpLocks/>
          </p:cNvCxnSpPr>
          <p:nvPr userDrawn="1"/>
        </p:nvCxnSpPr>
        <p:spPr>
          <a:xfrm>
            <a:off x="583947" y="5905829"/>
            <a:ext cx="25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1FFC77F-B7AB-6728-2408-895DFA601E0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83947" y="2734957"/>
            <a:ext cx="2592000" cy="2107967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B409B320-EF82-3EA9-0774-93463063E48A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5"/>
            </p:custDataLst>
          </p:nvPr>
        </p:nvSpPr>
        <p:spPr>
          <a:xfrm>
            <a:off x="3395663" y="5513210"/>
            <a:ext cx="259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F8AD82A8-F0C9-A339-454C-B155CB559B8D}"/>
              </a:ext>
            </a:extLst>
          </p:cNvPr>
          <p:cNvSpPr>
            <a:spLocks noGrp="1"/>
          </p:cNvSpPr>
          <p:nvPr>
            <p:ph type="body" idx="41"/>
            <p:custDataLst>
              <p:tags r:id="rId6"/>
            </p:custDataLst>
          </p:nvPr>
        </p:nvSpPr>
        <p:spPr>
          <a:xfrm>
            <a:off x="3395663" y="5923604"/>
            <a:ext cx="2592000" cy="341747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C5EEC2-6E6B-EBD6-748A-430218E545C9}"/>
              </a:ext>
            </a:extLst>
          </p:cNvPr>
          <p:cNvCxnSpPr>
            <a:cxnSpLocks/>
          </p:cNvCxnSpPr>
          <p:nvPr userDrawn="1"/>
        </p:nvCxnSpPr>
        <p:spPr>
          <a:xfrm>
            <a:off x="3395663" y="5905829"/>
            <a:ext cx="25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72EB3BB3-03CD-B294-B70F-DDB08A055168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7"/>
            </p:custDataLst>
          </p:nvPr>
        </p:nvSpPr>
        <p:spPr>
          <a:xfrm>
            <a:off x="6207197" y="5513210"/>
            <a:ext cx="259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B1B6403F-1914-8F9A-8381-366C80E7F038}"/>
              </a:ext>
            </a:extLst>
          </p:cNvPr>
          <p:cNvSpPr>
            <a:spLocks noGrp="1"/>
          </p:cNvSpPr>
          <p:nvPr>
            <p:ph type="body" idx="43"/>
            <p:custDataLst>
              <p:tags r:id="rId8"/>
            </p:custDataLst>
          </p:nvPr>
        </p:nvSpPr>
        <p:spPr>
          <a:xfrm>
            <a:off x="6207197" y="5923604"/>
            <a:ext cx="2592000" cy="341747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1C2633-CF6C-67FA-087F-535ACA40E1FB}"/>
              </a:ext>
            </a:extLst>
          </p:cNvPr>
          <p:cNvCxnSpPr>
            <a:cxnSpLocks/>
          </p:cNvCxnSpPr>
          <p:nvPr userDrawn="1"/>
        </p:nvCxnSpPr>
        <p:spPr>
          <a:xfrm>
            <a:off x="6207197" y="5905829"/>
            <a:ext cx="25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A9686E72-DD78-2413-5480-4CA6F8A3749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95663" y="2734957"/>
            <a:ext cx="2592000" cy="2107967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EAF536BD-9588-82DE-111F-1BE17CD3C85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207197" y="2734957"/>
            <a:ext cx="2592000" cy="2107967"/>
          </a:xfrm>
        </p:spPr>
        <p:txBody>
          <a:bodyPr/>
          <a:lstStyle/>
          <a:p>
            <a:endParaRPr lang="ru-RU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2A0E2C5-9B56-9513-7941-0AFF513804A3}"/>
              </a:ext>
            </a:extLst>
          </p:cNvPr>
          <p:cNvCxnSpPr>
            <a:cxnSpLocks/>
          </p:cNvCxnSpPr>
          <p:nvPr userDrawn="1"/>
        </p:nvCxnSpPr>
        <p:spPr>
          <a:xfrm>
            <a:off x="593984" y="2501277"/>
            <a:ext cx="1098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FDDA0AE-0CD0-9302-FA7E-0AADF7511778}"/>
              </a:ext>
            </a:extLst>
          </p:cNvPr>
          <p:cNvCxnSpPr>
            <a:cxnSpLocks/>
          </p:cNvCxnSpPr>
          <p:nvPr userDrawn="1"/>
        </p:nvCxnSpPr>
        <p:spPr>
          <a:xfrm>
            <a:off x="587375" y="5069084"/>
            <a:ext cx="110172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icture Placeholder 17">
            <a:extLst>
              <a:ext uri="{FF2B5EF4-FFF2-40B4-BE49-F238E27FC236}">
                <a16:creationId xmlns:a16="http://schemas.microsoft.com/office/drawing/2014/main" id="{0AD9F92E-A2F4-D107-06E3-F745E0574A9B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016055" y="2734957"/>
            <a:ext cx="2592000" cy="2107967"/>
          </a:xfrm>
        </p:spPr>
        <p:txBody>
          <a:bodyPr/>
          <a:lstStyle/>
          <a:p>
            <a:endParaRPr lang="ru-RU"/>
          </a:p>
        </p:txBody>
      </p:sp>
      <p:sp>
        <p:nvSpPr>
          <p:cNvPr id="34" name="Subtitle Placeholder">
            <a:extLst>
              <a:ext uri="{FF2B5EF4-FFF2-40B4-BE49-F238E27FC236}">
                <a16:creationId xmlns:a16="http://schemas.microsoft.com/office/drawing/2014/main" id="{A6D5F98C-D9C4-91B4-33FA-42D33CF7FB06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9"/>
            </p:custDataLst>
          </p:nvPr>
        </p:nvSpPr>
        <p:spPr>
          <a:xfrm>
            <a:off x="9016055" y="5513084"/>
            <a:ext cx="259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Text Placeholder">
            <a:extLst>
              <a:ext uri="{FF2B5EF4-FFF2-40B4-BE49-F238E27FC236}">
                <a16:creationId xmlns:a16="http://schemas.microsoft.com/office/drawing/2014/main" id="{7C001481-9C44-D481-10D5-E8BAB9A13A1D}"/>
              </a:ext>
            </a:extLst>
          </p:cNvPr>
          <p:cNvSpPr>
            <a:spLocks noGrp="1"/>
          </p:cNvSpPr>
          <p:nvPr>
            <p:ph type="body" idx="48"/>
            <p:custDataLst>
              <p:tags r:id="rId10"/>
            </p:custDataLst>
          </p:nvPr>
        </p:nvSpPr>
        <p:spPr>
          <a:xfrm>
            <a:off x="9016055" y="5923478"/>
            <a:ext cx="2592000" cy="341747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A5C7F9D-685F-D3B0-4F8E-3237DA800730}"/>
              </a:ext>
            </a:extLst>
          </p:cNvPr>
          <p:cNvCxnSpPr>
            <a:cxnSpLocks/>
          </p:cNvCxnSpPr>
          <p:nvPr userDrawn="1"/>
        </p:nvCxnSpPr>
        <p:spPr>
          <a:xfrm>
            <a:off x="9086394" y="5923478"/>
            <a:ext cx="25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85333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V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8C933-8D99-C8FC-F68C-667921E6065F}"/>
              </a:ext>
            </a:extLst>
          </p:cNvPr>
          <p:cNvSpPr/>
          <p:nvPr userDrawn="1"/>
        </p:nvSpPr>
        <p:spPr>
          <a:xfrm>
            <a:off x="9012238" y="59277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5390D6-E9B2-6B49-7D80-CA9904A0B91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99380" y="1325295"/>
            <a:ext cx="3517008" cy="7848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C3DDA591-7ED1-9207-18C8-18045D6F617B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9380" y="5722085"/>
            <a:ext cx="3301563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9DE6D78E-F483-3712-1AF7-1982B3D97EC2}"/>
              </a:ext>
            </a:extLst>
          </p:cNvPr>
          <p:cNvSpPr>
            <a:spLocks noGrp="1"/>
          </p:cNvSpPr>
          <p:nvPr>
            <p:ph type="body" idx="25"/>
            <p:custDataLst>
              <p:tags r:id="rId4"/>
            </p:custDataLst>
          </p:nvPr>
        </p:nvSpPr>
        <p:spPr>
          <a:xfrm>
            <a:off x="599380" y="6021836"/>
            <a:ext cx="3301563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5F6C23DD-17CA-53B6-0248-DC34867E147B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4336098" y="5722085"/>
            <a:ext cx="2268000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59A8A7BB-4B8D-8A7D-9AD5-2CFAE6ABB058}"/>
              </a:ext>
            </a:extLst>
          </p:cNvPr>
          <p:cNvSpPr>
            <a:spLocks noGrp="1"/>
          </p:cNvSpPr>
          <p:nvPr>
            <p:ph type="body" idx="29"/>
            <p:custDataLst>
              <p:tags r:id="rId6"/>
            </p:custDataLst>
          </p:nvPr>
        </p:nvSpPr>
        <p:spPr>
          <a:xfrm>
            <a:off x="4336098" y="6021836"/>
            <a:ext cx="2268000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5" name="Subtitle Placeholder">
            <a:extLst>
              <a:ext uri="{FF2B5EF4-FFF2-40B4-BE49-F238E27FC236}">
                <a16:creationId xmlns:a16="http://schemas.microsoft.com/office/drawing/2014/main" id="{F3D60835-3236-E22A-B6FA-8297692D62FD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6835358" y="5722085"/>
            <a:ext cx="2268000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Text Placeholder">
            <a:extLst>
              <a:ext uri="{FF2B5EF4-FFF2-40B4-BE49-F238E27FC236}">
                <a16:creationId xmlns:a16="http://schemas.microsoft.com/office/drawing/2014/main" id="{14654A4F-F6AB-DB9B-7039-D02D1AD39CC5}"/>
              </a:ext>
            </a:extLst>
          </p:cNvPr>
          <p:cNvSpPr>
            <a:spLocks noGrp="1"/>
          </p:cNvSpPr>
          <p:nvPr>
            <p:ph type="body" idx="31"/>
            <p:custDataLst>
              <p:tags r:id="rId8"/>
            </p:custDataLst>
          </p:nvPr>
        </p:nvSpPr>
        <p:spPr>
          <a:xfrm>
            <a:off x="6835358" y="6021836"/>
            <a:ext cx="2268000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222E9A5E-DCD9-2CE8-9A91-F104AF3C41D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99380" y="2199190"/>
            <a:ext cx="3505457" cy="32451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65CF4844-FDE2-0F1D-69BD-1C88445F37A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336098" y="3956942"/>
            <a:ext cx="2268000" cy="148741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C397314A-CB90-0A7C-367D-EA66ABD9CB1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835358" y="3956942"/>
            <a:ext cx="2268000" cy="148741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1" name="Subtitle Placeholder">
            <a:extLst>
              <a:ext uri="{FF2B5EF4-FFF2-40B4-BE49-F238E27FC236}">
                <a16:creationId xmlns:a16="http://schemas.microsoft.com/office/drawing/2014/main" id="{702427AB-E201-0A11-1B14-E204C4092608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9"/>
            </p:custDataLst>
          </p:nvPr>
        </p:nvSpPr>
        <p:spPr>
          <a:xfrm>
            <a:off x="9335669" y="5722085"/>
            <a:ext cx="2268000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">
            <a:extLst>
              <a:ext uri="{FF2B5EF4-FFF2-40B4-BE49-F238E27FC236}">
                <a16:creationId xmlns:a16="http://schemas.microsoft.com/office/drawing/2014/main" id="{5FD8B02C-91DA-AED5-2AF1-28B663A905ED}"/>
              </a:ext>
            </a:extLst>
          </p:cNvPr>
          <p:cNvSpPr>
            <a:spLocks noGrp="1"/>
          </p:cNvSpPr>
          <p:nvPr>
            <p:ph type="body" idx="35"/>
            <p:custDataLst>
              <p:tags r:id="rId10"/>
            </p:custDataLst>
          </p:nvPr>
        </p:nvSpPr>
        <p:spPr>
          <a:xfrm>
            <a:off x="9335669" y="6021836"/>
            <a:ext cx="2268000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0AF01A8E-C1AC-B92D-5021-D98C0174A18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334619" y="3956942"/>
            <a:ext cx="2268000" cy="148741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4" name="Subtitle Placeholder">
            <a:extLst>
              <a:ext uri="{FF2B5EF4-FFF2-40B4-BE49-F238E27FC236}">
                <a16:creationId xmlns:a16="http://schemas.microsoft.com/office/drawing/2014/main" id="{553E944B-E09F-BB47-756B-BF76748B77EB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1"/>
            </p:custDataLst>
          </p:nvPr>
        </p:nvSpPr>
        <p:spPr>
          <a:xfrm>
            <a:off x="4351338" y="3079008"/>
            <a:ext cx="2268000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Text Placeholder">
            <a:extLst>
              <a:ext uri="{FF2B5EF4-FFF2-40B4-BE49-F238E27FC236}">
                <a16:creationId xmlns:a16="http://schemas.microsoft.com/office/drawing/2014/main" id="{138BD1C4-29E7-8932-6F75-71A3C6C5121F}"/>
              </a:ext>
            </a:extLst>
          </p:cNvPr>
          <p:cNvSpPr>
            <a:spLocks noGrp="1"/>
          </p:cNvSpPr>
          <p:nvPr>
            <p:ph type="body" idx="38"/>
            <p:custDataLst>
              <p:tags r:id="rId12"/>
            </p:custDataLst>
          </p:nvPr>
        </p:nvSpPr>
        <p:spPr>
          <a:xfrm>
            <a:off x="4351338" y="3378759"/>
            <a:ext cx="2268000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2A1303DC-88E7-5ECD-9529-D5B20E703FD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13"/>
            </p:custDataLst>
          </p:nvPr>
        </p:nvSpPr>
        <p:spPr>
          <a:xfrm>
            <a:off x="6850598" y="3079008"/>
            <a:ext cx="2268000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Text Placeholder">
            <a:extLst>
              <a:ext uri="{FF2B5EF4-FFF2-40B4-BE49-F238E27FC236}">
                <a16:creationId xmlns:a16="http://schemas.microsoft.com/office/drawing/2014/main" id="{DFC5B12A-3FAA-25A0-0E89-4F019D81BBD8}"/>
              </a:ext>
            </a:extLst>
          </p:cNvPr>
          <p:cNvSpPr>
            <a:spLocks noGrp="1"/>
          </p:cNvSpPr>
          <p:nvPr>
            <p:ph type="body" idx="40"/>
            <p:custDataLst>
              <p:tags r:id="rId14"/>
            </p:custDataLst>
          </p:nvPr>
        </p:nvSpPr>
        <p:spPr>
          <a:xfrm>
            <a:off x="6850598" y="3378759"/>
            <a:ext cx="2268000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19EC395C-B19B-8CD9-FFCD-87B800CAC4E8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351338" y="1313865"/>
            <a:ext cx="2268000" cy="148741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412E4D4E-8A17-3E6F-8B2C-611DFB44952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850598" y="1313865"/>
            <a:ext cx="2268000" cy="148741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0" name="Subtitle Placeholder">
            <a:extLst>
              <a:ext uri="{FF2B5EF4-FFF2-40B4-BE49-F238E27FC236}">
                <a16:creationId xmlns:a16="http://schemas.microsoft.com/office/drawing/2014/main" id="{3BBC8644-1796-5698-FC11-7073EAB45D37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5"/>
            </p:custDataLst>
          </p:nvPr>
        </p:nvSpPr>
        <p:spPr>
          <a:xfrm>
            <a:off x="9350909" y="3079008"/>
            <a:ext cx="2268000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">
            <a:extLst>
              <a:ext uri="{FF2B5EF4-FFF2-40B4-BE49-F238E27FC236}">
                <a16:creationId xmlns:a16="http://schemas.microsoft.com/office/drawing/2014/main" id="{474B6501-51C7-195B-3236-B0E748568CD4}"/>
              </a:ext>
            </a:extLst>
          </p:cNvPr>
          <p:cNvSpPr>
            <a:spLocks noGrp="1"/>
          </p:cNvSpPr>
          <p:nvPr>
            <p:ph type="body" idx="44"/>
            <p:custDataLst>
              <p:tags r:id="rId16"/>
            </p:custDataLst>
          </p:nvPr>
        </p:nvSpPr>
        <p:spPr>
          <a:xfrm>
            <a:off x="9350909" y="3378759"/>
            <a:ext cx="2268000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3B430CD3-26C5-4CCB-99A5-8999413C283A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349859" y="1313865"/>
            <a:ext cx="2268000" cy="148741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8100B34-98D0-DE76-A02D-1E215C2627AD}"/>
              </a:ext>
            </a:extLst>
          </p:cNvPr>
          <p:cNvSpPr/>
          <p:nvPr userDrawn="1"/>
        </p:nvSpPr>
        <p:spPr>
          <a:xfrm rot="10800000">
            <a:off x="11003280" y="0"/>
            <a:ext cx="1173480" cy="1051560"/>
          </a:xfrm>
          <a:custGeom>
            <a:avLst/>
            <a:gdLst>
              <a:gd name="connsiteX0" fmla="*/ 0 w 2371344"/>
              <a:gd name="connsiteY0" fmla="*/ 0 h 2340864"/>
              <a:gd name="connsiteX1" fmla="*/ 603504 w 2371344"/>
              <a:gd name="connsiteY1" fmla="*/ 0 h 2340864"/>
              <a:gd name="connsiteX2" fmla="*/ 603504 w 2371344"/>
              <a:gd name="connsiteY2" fmla="*/ 591312 h 2340864"/>
              <a:gd name="connsiteX3" fmla="*/ 1188720 w 2371344"/>
              <a:gd name="connsiteY3" fmla="*/ 591312 h 2340864"/>
              <a:gd name="connsiteX4" fmla="*/ 1188720 w 2371344"/>
              <a:gd name="connsiteY4" fmla="*/ 1188720 h 2340864"/>
              <a:gd name="connsiteX5" fmla="*/ 1767840 w 2371344"/>
              <a:gd name="connsiteY5" fmla="*/ 1188720 h 2340864"/>
              <a:gd name="connsiteX6" fmla="*/ 1767840 w 2371344"/>
              <a:gd name="connsiteY6" fmla="*/ 1780032 h 2340864"/>
              <a:gd name="connsiteX7" fmla="*/ 2371344 w 2371344"/>
              <a:gd name="connsiteY7" fmla="*/ 1780032 h 2340864"/>
              <a:gd name="connsiteX8" fmla="*/ 2371344 w 2371344"/>
              <a:gd name="connsiteY8" fmla="*/ 2340864 h 2340864"/>
              <a:gd name="connsiteX0" fmla="*/ 0 w 2371344"/>
              <a:gd name="connsiteY0" fmla="*/ 0 h 1780032"/>
              <a:gd name="connsiteX1" fmla="*/ 603504 w 2371344"/>
              <a:gd name="connsiteY1" fmla="*/ 0 h 1780032"/>
              <a:gd name="connsiteX2" fmla="*/ 603504 w 2371344"/>
              <a:gd name="connsiteY2" fmla="*/ 591312 h 1780032"/>
              <a:gd name="connsiteX3" fmla="*/ 1188720 w 2371344"/>
              <a:gd name="connsiteY3" fmla="*/ 591312 h 1780032"/>
              <a:gd name="connsiteX4" fmla="*/ 1188720 w 2371344"/>
              <a:gd name="connsiteY4" fmla="*/ 1188720 h 1780032"/>
              <a:gd name="connsiteX5" fmla="*/ 1767840 w 2371344"/>
              <a:gd name="connsiteY5" fmla="*/ 1188720 h 1780032"/>
              <a:gd name="connsiteX6" fmla="*/ 1767840 w 2371344"/>
              <a:gd name="connsiteY6" fmla="*/ 1780032 h 1780032"/>
              <a:gd name="connsiteX7" fmla="*/ 2371344 w 2371344"/>
              <a:gd name="connsiteY7" fmla="*/ 1780032 h 1780032"/>
              <a:gd name="connsiteX0" fmla="*/ 0 w 1767840"/>
              <a:gd name="connsiteY0" fmla="*/ 0 h 1780032"/>
              <a:gd name="connsiteX1" fmla="*/ 603504 w 1767840"/>
              <a:gd name="connsiteY1" fmla="*/ 0 h 1780032"/>
              <a:gd name="connsiteX2" fmla="*/ 603504 w 1767840"/>
              <a:gd name="connsiteY2" fmla="*/ 591312 h 1780032"/>
              <a:gd name="connsiteX3" fmla="*/ 1188720 w 1767840"/>
              <a:gd name="connsiteY3" fmla="*/ 591312 h 1780032"/>
              <a:gd name="connsiteX4" fmla="*/ 1188720 w 1767840"/>
              <a:gd name="connsiteY4" fmla="*/ 1188720 h 1780032"/>
              <a:gd name="connsiteX5" fmla="*/ 1767840 w 1767840"/>
              <a:gd name="connsiteY5" fmla="*/ 1188720 h 1780032"/>
              <a:gd name="connsiteX6" fmla="*/ 1767840 w 1767840"/>
              <a:gd name="connsiteY6" fmla="*/ 1780032 h 1780032"/>
              <a:gd name="connsiteX0" fmla="*/ 0 w 1767840"/>
              <a:gd name="connsiteY0" fmla="*/ 0 h 1188720"/>
              <a:gd name="connsiteX1" fmla="*/ 603504 w 1767840"/>
              <a:gd name="connsiteY1" fmla="*/ 0 h 1188720"/>
              <a:gd name="connsiteX2" fmla="*/ 603504 w 1767840"/>
              <a:gd name="connsiteY2" fmla="*/ 591312 h 1188720"/>
              <a:gd name="connsiteX3" fmla="*/ 1188720 w 1767840"/>
              <a:gd name="connsiteY3" fmla="*/ 591312 h 1188720"/>
              <a:gd name="connsiteX4" fmla="*/ 1188720 w 1767840"/>
              <a:gd name="connsiteY4" fmla="*/ 1188720 h 1188720"/>
              <a:gd name="connsiteX5" fmla="*/ 1767840 w 1767840"/>
              <a:gd name="connsiteY5" fmla="*/ 1188720 h 1188720"/>
              <a:gd name="connsiteX0" fmla="*/ 0 w 1813749"/>
              <a:gd name="connsiteY0" fmla="*/ 0 h 1200936"/>
              <a:gd name="connsiteX1" fmla="*/ 603504 w 1813749"/>
              <a:gd name="connsiteY1" fmla="*/ 0 h 1200936"/>
              <a:gd name="connsiteX2" fmla="*/ 603504 w 1813749"/>
              <a:gd name="connsiteY2" fmla="*/ 591312 h 1200936"/>
              <a:gd name="connsiteX3" fmla="*/ 1188720 w 1813749"/>
              <a:gd name="connsiteY3" fmla="*/ 591312 h 1200936"/>
              <a:gd name="connsiteX4" fmla="*/ 1188720 w 1813749"/>
              <a:gd name="connsiteY4" fmla="*/ 1188720 h 1200936"/>
              <a:gd name="connsiteX5" fmla="*/ 1767840 w 1813749"/>
              <a:gd name="connsiteY5" fmla="*/ 1188720 h 1200936"/>
              <a:gd name="connsiteX6" fmla="*/ 1777930 w 1813749"/>
              <a:gd name="connsiteY6" fmla="*/ 1200936 h 1200936"/>
              <a:gd name="connsiteX0" fmla="*/ 0 w 1767840"/>
              <a:gd name="connsiteY0" fmla="*/ 0 h 1188720"/>
              <a:gd name="connsiteX1" fmla="*/ 603504 w 1767840"/>
              <a:gd name="connsiteY1" fmla="*/ 0 h 1188720"/>
              <a:gd name="connsiteX2" fmla="*/ 603504 w 1767840"/>
              <a:gd name="connsiteY2" fmla="*/ 591312 h 1188720"/>
              <a:gd name="connsiteX3" fmla="*/ 1188720 w 1767840"/>
              <a:gd name="connsiteY3" fmla="*/ 591312 h 1188720"/>
              <a:gd name="connsiteX4" fmla="*/ 1188720 w 1767840"/>
              <a:gd name="connsiteY4" fmla="*/ 1188720 h 1188720"/>
              <a:gd name="connsiteX5" fmla="*/ 1767840 w 1767840"/>
              <a:gd name="connsiteY5" fmla="*/ 1188720 h 1188720"/>
              <a:gd name="connsiteX0" fmla="*/ 0 w 1188720"/>
              <a:gd name="connsiteY0" fmla="*/ 0 h 1188720"/>
              <a:gd name="connsiteX1" fmla="*/ 603504 w 1188720"/>
              <a:gd name="connsiteY1" fmla="*/ 0 h 1188720"/>
              <a:gd name="connsiteX2" fmla="*/ 603504 w 1188720"/>
              <a:gd name="connsiteY2" fmla="*/ 591312 h 1188720"/>
              <a:gd name="connsiteX3" fmla="*/ 1188720 w 1188720"/>
              <a:gd name="connsiteY3" fmla="*/ 591312 h 1188720"/>
              <a:gd name="connsiteX4" fmla="*/ 1188720 w 1188720"/>
              <a:gd name="connsiteY4" fmla="*/ 1188720 h 1188720"/>
              <a:gd name="connsiteX0" fmla="*/ 0 w 1188720"/>
              <a:gd name="connsiteY0" fmla="*/ 0 h 1188720"/>
              <a:gd name="connsiteX1" fmla="*/ 603504 w 1188720"/>
              <a:gd name="connsiteY1" fmla="*/ 137160 h 1188720"/>
              <a:gd name="connsiteX2" fmla="*/ 603504 w 1188720"/>
              <a:gd name="connsiteY2" fmla="*/ 591312 h 1188720"/>
              <a:gd name="connsiteX3" fmla="*/ 1188720 w 1188720"/>
              <a:gd name="connsiteY3" fmla="*/ 591312 h 1188720"/>
              <a:gd name="connsiteX4" fmla="*/ 1188720 w 1188720"/>
              <a:gd name="connsiteY4" fmla="*/ 1188720 h 1188720"/>
              <a:gd name="connsiteX0" fmla="*/ 0 w 1173480"/>
              <a:gd name="connsiteY0" fmla="*/ 0 h 1066800"/>
              <a:gd name="connsiteX1" fmla="*/ 588264 w 1173480"/>
              <a:gd name="connsiteY1" fmla="*/ 15240 h 1066800"/>
              <a:gd name="connsiteX2" fmla="*/ 588264 w 1173480"/>
              <a:gd name="connsiteY2" fmla="*/ 469392 h 1066800"/>
              <a:gd name="connsiteX3" fmla="*/ 1173480 w 1173480"/>
              <a:gd name="connsiteY3" fmla="*/ 469392 h 1066800"/>
              <a:gd name="connsiteX4" fmla="*/ 1173480 w 1173480"/>
              <a:gd name="connsiteY4" fmla="*/ 1066800 h 1066800"/>
              <a:gd name="connsiteX0" fmla="*/ 0 w 1173480"/>
              <a:gd name="connsiteY0" fmla="*/ 0 h 1051560"/>
              <a:gd name="connsiteX1" fmla="*/ 588264 w 1173480"/>
              <a:gd name="connsiteY1" fmla="*/ 0 h 1051560"/>
              <a:gd name="connsiteX2" fmla="*/ 588264 w 1173480"/>
              <a:gd name="connsiteY2" fmla="*/ 454152 h 1051560"/>
              <a:gd name="connsiteX3" fmla="*/ 1173480 w 1173480"/>
              <a:gd name="connsiteY3" fmla="*/ 454152 h 1051560"/>
              <a:gd name="connsiteX4" fmla="*/ 1173480 w 1173480"/>
              <a:gd name="connsiteY4" fmla="*/ 1051560 h 105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480" h="1051560">
                <a:moveTo>
                  <a:pt x="0" y="0"/>
                </a:moveTo>
                <a:lnTo>
                  <a:pt x="588264" y="0"/>
                </a:lnTo>
                <a:lnTo>
                  <a:pt x="588264" y="454152"/>
                </a:lnTo>
                <a:lnTo>
                  <a:pt x="1173480" y="454152"/>
                </a:lnTo>
                <a:lnTo>
                  <a:pt x="1173480" y="105156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158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2057767-97EC-55C6-2070-6BDB6235AAEF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4" y="2555140"/>
            <a:ext cx="11012977" cy="0"/>
          </a:xfrm>
          <a:prstGeom prst="line">
            <a:avLst/>
          </a:prstGeom>
          <a:ln w="12700">
            <a:solidFill>
              <a:schemeClr val="accent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11013664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DC7CB24-666B-012D-90FB-5F2834CE31D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019375" y="2806203"/>
            <a:ext cx="10585204" cy="3461207"/>
          </a:xfrm>
        </p:spPr>
        <p:txBody>
          <a:bodyPr lIns="0" tIns="0" rIns="0" bIns="0" anchor="t" anchorCtr="0"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350">
                <a:solidFill>
                  <a:schemeClr val="bg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sz="1350">
                <a:solidFill>
                  <a:schemeClr val="bg1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 sz="1350">
                <a:solidFill>
                  <a:schemeClr val="bg1"/>
                </a:solidFill>
              </a:defRPr>
            </a:lvl3pPr>
            <a:lvl4pPr marL="1600200" indent="-228600">
              <a:buFont typeface="Wingdings" panose="05000000000000000000" pitchFamily="2" charset="2"/>
              <a:buChar char="§"/>
              <a:defRPr sz="1350">
                <a:solidFill>
                  <a:schemeClr val="bg1"/>
                </a:solidFill>
              </a:defRPr>
            </a:lvl4pPr>
            <a:lvl5pPr marL="2057400" indent="-228600">
              <a:buFont typeface="Wingdings" panose="05000000000000000000" pitchFamily="2" charset="2"/>
              <a:buChar char="§"/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C330A6-E3B3-CFFF-01E3-03C81B855A8B}"/>
              </a:ext>
            </a:extLst>
          </p:cNvPr>
          <p:cNvSpPr/>
          <p:nvPr userDrawn="1"/>
        </p:nvSpPr>
        <p:spPr>
          <a:xfrm>
            <a:off x="587375" y="605780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29286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FA80A4C-47D5-4435-4F7C-8B9B824D384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3522403" cy="221599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8AE4EC54-72A3-5F0D-B5F5-E135504F4BB2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4810694" y="2250723"/>
            <a:ext cx="5232230" cy="1107996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Text Placeholder">
            <a:extLst>
              <a:ext uri="{FF2B5EF4-FFF2-40B4-BE49-F238E27FC236}">
                <a16:creationId xmlns:a16="http://schemas.microsoft.com/office/drawing/2014/main" id="{7C001481-9C44-D481-10D5-E8BAB9A13A1D}"/>
              </a:ext>
            </a:extLst>
          </p:cNvPr>
          <p:cNvSpPr>
            <a:spLocks noGrp="1"/>
          </p:cNvSpPr>
          <p:nvPr>
            <p:ph type="body" idx="48"/>
            <p:custDataLst>
              <p:tags r:id="rId4"/>
            </p:custDataLst>
          </p:nvPr>
        </p:nvSpPr>
        <p:spPr>
          <a:xfrm>
            <a:off x="4810694" y="3817750"/>
            <a:ext cx="5232230" cy="2227085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AD7D51-AD9B-EE9C-7E95-179D1DAB5BE9}"/>
              </a:ext>
            </a:extLst>
          </p:cNvPr>
          <p:cNvCxnSpPr>
            <a:cxnSpLocks/>
          </p:cNvCxnSpPr>
          <p:nvPr userDrawn="1"/>
        </p:nvCxnSpPr>
        <p:spPr>
          <a:xfrm>
            <a:off x="4807449" y="3582985"/>
            <a:ext cx="523288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C57957-AF2D-7641-DE4B-B29E024E4AD6}"/>
              </a:ext>
            </a:extLst>
          </p:cNvPr>
          <p:cNvCxnSpPr>
            <a:cxnSpLocks/>
          </p:cNvCxnSpPr>
          <p:nvPr userDrawn="1"/>
        </p:nvCxnSpPr>
        <p:spPr>
          <a:xfrm>
            <a:off x="4807449" y="6270996"/>
            <a:ext cx="52328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FB8E02B-F2EF-A517-D081-09F6E087B402}"/>
              </a:ext>
            </a:extLst>
          </p:cNvPr>
          <p:cNvSpPr/>
          <p:nvPr userDrawn="1"/>
        </p:nvSpPr>
        <p:spPr>
          <a:xfrm>
            <a:off x="9992124" y="1815932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8766431C-6568-0D85-9037-CD177B9E0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29721"/>
          <a:stretch>
            <a:fillRect/>
          </a:stretch>
        </p:blipFill>
        <p:spPr>
          <a:xfrm>
            <a:off x="10547237" y="5336653"/>
            <a:ext cx="1168180" cy="1521347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D46B11D-44E7-EA7A-C593-B9B9FC65940B}"/>
              </a:ext>
            </a:extLst>
          </p:cNvPr>
          <p:cNvSpPr/>
          <p:nvPr userDrawn="1"/>
        </p:nvSpPr>
        <p:spPr>
          <a:xfrm rot="10800000">
            <a:off x="11003280" y="0"/>
            <a:ext cx="1188720" cy="1188720"/>
          </a:xfrm>
          <a:custGeom>
            <a:avLst/>
            <a:gdLst>
              <a:gd name="connsiteX0" fmla="*/ 0 w 2371344"/>
              <a:gd name="connsiteY0" fmla="*/ 0 h 2340864"/>
              <a:gd name="connsiteX1" fmla="*/ 603504 w 2371344"/>
              <a:gd name="connsiteY1" fmla="*/ 0 h 2340864"/>
              <a:gd name="connsiteX2" fmla="*/ 603504 w 2371344"/>
              <a:gd name="connsiteY2" fmla="*/ 591312 h 2340864"/>
              <a:gd name="connsiteX3" fmla="*/ 1188720 w 2371344"/>
              <a:gd name="connsiteY3" fmla="*/ 591312 h 2340864"/>
              <a:gd name="connsiteX4" fmla="*/ 1188720 w 2371344"/>
              <a:gd name="connsiteY4" fmla="*/ 1188720 h 2340864"/>
              <a:gd name="connsiteX5" fmla="*/ 1767840 w 2371344"/>
              <a:gd name="connsiteY5" fmla="*/ 1188720 h 2340864"/>
              <a:gd name="connsiteX6" fmla="*/ 1767840 w 2371344"/>
              <a:gd name="connsiteY6" fmla="*/ 1780032 h 2340864"/>
              <a:gd name="connsiteX7" fmla="*/ 2371344 w 2371344"/>
              <a:gd name="connsiteY7" fmla="*/ 1780032 h 2340864"/>
              <a:gd name="connsiteX8" fmla="*/ 2371344 w 2371344"/>
              <a:gd name="connsiteY8" fmla="*/ 2340864 h 2340864"/>
              <a:gd name="connsiteX0" fmla="*/ 0 w 2371344"/>
              <a:gd name="connsiteY0" fmla="*/ 0 h 1780032"/>
              <a:gd name="connsiteX1" fmla="*/ 603504 w 2371344"/>
              <a:gd name="connsiteY1" fmla="*/ 0 h 1780032"/>
              <a:gd name="connsiteX2" fmla="*/ 603504 w 2371344"/>
              <a:gd name="connsiteY2" fmla="*/ 591312 h 1780032"/>
              <a:gd name="connsiteX3" fmla="*/ 1188720 w 2371344"/>
              <a:gd name="connsiteY3" fmla="*/ 591312 h 1780032"/>
              <a:gd name="connsiteX4" fmla="*/ 1188720 w 2371344"/>
              <a:gd name="connsiteY4" fmla="*/ 1188720 h 1780032"/>
              <a:gd name="connsiteX5" fmla="*/ 1767840 w 2371344"/>
              <a:gd name="connsiteY5" fmla="*/ 1188720 h 1780032"/>
              <a:gd name="connsiteX6" fmla="*/ 1767840 w 2371344"/>
              <a:gd name="connsiteY6" fmla="*/ 1780032 h 1780032"/>
              <a:gd name="connsiteX7" fmla="*/ 2371344 w 2371344"/>
              <a:gd name="connsiteY7" fmla="*/ 1780032 h 1780032"/>
              <a:gd name="connsiteX0" fmla="*/ 0 w 1767840"/>
              <a:gd name="connsiteY0" fmla="*/ 0 h 1780032"/>
              <a:gd name="connsiteX1" fmla="*/ 603504 w 1767840"/>
              <a:gd name="connsiteY1" fmla="*/ 0 h 1780032"/>
              <a:gd name="connsiteX2" fmla="*/ 603504 w 1767840"/>
              <a:gd name="connsiteY2" fmla="*/ 591312 h 1780032"/>
              <a:gd name="connsiteX3" fmla="*/ 1188720 w 1767840"/>
              <a:gd name="connsiteY3" fmla="*/ 591312 h 1780032"/>
              <a:gd name="connsiteX4" fmla="*/ 1188720 w 1767840"/>
              <a:gd name="connsiteY4" fmla="*/ 1188720 h 1780032"/>
              <a:gd name="connsiteX5" fmla="*/ 1767840 w 1767840"/>
              <a:gd name="connsiteY5" fmla="*/ 1188720 h 1780032"/>
              <a:gd name="connsiteX6" fmla="*/ 1767840 w 1767840"/>
              <a:gd name="connsiteY6" fmla="*/ 1780032 h 1780032"/>
              <a:gd name="connsiteX0" fmla="*/ 0 w 1767840"/>
              <a:gd name="connsiteY0" fmla="*/ 0 h 1188720"/>
              <a:gd name="connsiteX1" fmla="*/ 603504 w 1767840"/>
              <a:gd name="connsiteY1" fmla="*/ 0 h 1188720"/>
              <a:gd name="connsiteX2" fmla="*/ 603504 w 1767840"/>
              <a:gd name="connsiteY2" fmla="*/ 591312 h 1188720"/>
              <a:gd name="connsiteX3" fmla="*/ 1188720 w 1767840"/>
              <a:gd name="connsiteY3" fmla="*/ 591312 h 1188720"/>
              <a:gd name="connsiteX4" fmla="*/ 1188720 w 1767840"/>
              <a:gd name="connsiteY4" fmla="*/ 1188720 h 1188720"/>
              <a:gd name="connsiteX5" fmla="*/ 1767840 w 1767840"/>
              <a:gd name="connsiteY5" fmla="*/ 1188720 h 1188720"/>
              <a:gd name="connsiteX0" fmla="*/ 0 w 1813749"/>
              <a:gd name="connsiteY0" fmla="*/ 0 h 1200936"/>
              <a:gd name="connsiteX1" fmla="*/ 603504 w 1813749"/>
              <a:gd name="connsiteY1" fmla="*/ 0 h 1200936"/>
              <a:gd name="connsiteX2" fmla="*/ 603504 w 1813749"/>
              <a:gd name="connsiteY2" fmla="*/ 591312 h 1200936"/>
              <a:gd name="connsiteX3" fmla="*/ 1188720 w 1813749"/>
              <a:gd name="connsiteY3" fmla="*/ 591312 h 1200936"/>
              <a:gd name="connsiteX4" fmla="*/ 1188720 w 1813749"/>
              <a:gd name="connsiteY4" fmla="*/ 1188720 h 1200936"/>
              <a:gd name="connsiteX5" fmla="*/ 1767840 w 1813749"/>
              <a:gd name="connsiteY5" fmla="*/ 1188720 h 1200936"/>
              <a:gd name="connsiteX6" fmla="*/ 1777930 w 1813749"/>
              <a:gd name="connsiteY6" fmla="*/ 1200936 h 1200936"/>
              <a:gd name="connsiteX0" fmla="*/ 0 w 1767840"/>
              <a:gd name="connsiteY0" fmla="*/ 0 h 1188720"/>
              <a:gd name="connsiteX1" fmla="*/ 603504 w 1767840"/>
              <a:gd name="connsiteY1" fmla="*/ 0 h 1188720"/>
              <a:gd name="connsiteX2" fmla="*/ 603504 w 1767840"/>
              <a:gd name="connsiteY2" fmla="*/ 591312 h 1188720"/>
              <a:gd name="connsiteX3" fmla="*/ 1188720 w 1767840"/>
              <a:gd name="connsiteY3" fmla="*/ 591312 h 1188720"/>
              <a:gd name="connsiteX4" fmla="*/ 1188720 w 1767840"/>
              <a:gd name="connsiteY4" fmla="*/ 1188720 h 1188720"/>
              <a:gd name="connsiteX5" fmla="*/ 1767840 w 1767840"/>
              <a:gd name="connsiteY5" fmla="*/ 1188720 h 1188720"/>
              <a:gd name="connsiteX0" fmla="*/ 0 w 1188720"/>
              <a:gd name="connsiteY0" fmla="*/ 0 h 1188720"/>
              <a:gd name="connsiteX1" fmla="*/ 603504 w 1188720"/>
              <a:gd name="connsiteY1" fmla="*/ 0 h 1188720"/>
              <a:gd name="connsiteX2" fmla="*/ 603504 w 1188720"/>
              <a:gd name="connsiteY2" fmla="*/ 591312 h 1188720"/>
              <a:gd name="connsiteX3" fmla="*/ 1188720 w 1188720"/>
              <a:gd name="connsiteY3" fmla="*/ 591312 h 1188720"/>
              <a:gd name="connsiteX4" fmla="*/ 1188720 w 1188720"/>
              <a:gd name="connsiteY4" fmla="*/ 1188720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720" h="1188720">
                <a:moveTo>
                  <a:pt x="0" y="0"/>
                </a:moveTo>
                <a:lnTo>
                  <a:pt x="603504" y="0"/>
                </a:lnTo>
                <a:lnTo>
                  <a:pt x="603504" y="591312"/>
                </a:lnTo>
                <a:lnTo>
                  <a:pt x="1188720" y="591312"/>
                </a:lnTo>
                <a:lnTo>
                  <a:pt x="1188720" y="1188720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20396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sV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11010124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C330A6-E3B3-CFFF-01E3-03C81B855A8B}"/>
              </a:ext>
            </a:extLst>
          </p:cNvPr>
          <p:cNvSpPr/>
          <p:nvPr userDrawn="1"/>
        </p:nvSpPr>
        <p:spPr>
          <a:xfrm>
            <a:off x="587375" y="605780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91C5C7-6B42-D61F-33F7-4CC053C20FBC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5988050" y="4684449"/>
            <a:ext cx="2592389" cy="1587600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51C53-D4A7-2157-6058-1BCED69837F7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9012109" y="4684448"/>
            <a:ext cx="2592000" cy="1587600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ru-RU" dirty="0"/>
          </a:p>
        </p:txBody>
      </p:sp>
      <p:sp>
        <p:nvSpPr>
          <p:cNvPr id="5" name="Subtitle Placeholder 2">
            <a:extLst>
              <a:ext uri="{FF2B5EF4-FFF2-40B4-BE49-F238E27FC236}">
                <a16:creationId xmlns:a16="http://schemas.microsoft.com/office/drawing/2014/main" id="{25B671AC-9A3A-F684-3974-5BE88A998B45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988050" y="4399542"/>
            <a:ext cx="2592389" cy="276999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Subtitle Placeholder 3">
            <a:extLst>
              <a:ext uri="{FF2B5EF4-FFF2-40B4-BE49-F238E27FC236}">
                <a16:creationId xmlns:a16="http://schemas.microsoft.com/office/drawing/2014/main" id="{8164F585-CC2F-B223-0F80-DDFD5A1DC522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9012625" y="4399542"/>
            <a:ext cx="2592000" cy="276999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9F773ECE-D7E5-A376-8390-5F93F341D51F}"/>
              </a:ext>
            </a:extLst>
          </p:cNvPr>
          <p:cNvSpPr>
            <a:spLocks noGrp="1"/>
          </p:cNvSpPr>
          <p:nvPr>
            <p:ph type="body" idx="37"/>
            <p:custDataLst>
              <p:tags r:id="rId7"/>
            </p:custDataLst>
          </p:nvPr>
        </p:nvSpPr>
        <p:spPr>
          <a:xfrm>
            <a:off x="2963475" y="4684449"/>
            <a:ext cx="2592389" cy="1588242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Subtitle Placeholder 1">
            <a:extLst>
              <a:ext uri="{FF2B5EF4-FFF2-40B4-BE49-F238E27FC236}">
                <a16:creationId xmlns:a16="http://schemas.microsoft.com/office/drawing/2014/main" id="{6ED76988-9054-E7DA-CA00-04E821D961EB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8"/>
            </p:custDataLst>
          </p:nvPr>
        </p:nvSpPr>
        <p:spPr>
          <a:xfrm>
            <a:off x="2963475" y="4399542"/>
            <a:ext cx="2592389" cy="276999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Large Number Placeholder">
            <a:extLst>
              <a:ext uri="{FF2B5EF4-FFF2-40B4-BE49-F238E27FC236}">
                <a16:creationId xmlns:a16="http://schemas.microsoft.com/office/drawing/2014/main" id="{8125C7D6-DEE4-C329-A572-2E15CCA7F4E9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9"/>
            </p:custDataLst>
          </p:nvPr>
        </p:nvSpPr>
        <p:spPr>
          <a:xfrm>
            <a:off x="2963864" y="2983324"/>
            <a:ext cx="2592000" cy="769441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5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1" name="Medium Number Placeholder">
            <a:extLst>
              <a:ext uri="{FF2B5EF4-FFF2-40B4-BE49-F238E27FC236}">
                <a16:creationId xmlns:a16="http://schemas.microsoft.com/office/drawing/2014/main" id="{D04D103E-9682-40F0-C7C6-AF09B1737505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10"/>
            </p:custDataLst>
          </p:nvPr>
        </p:nvSpPr>
        <p:spPr>
          <a:xfrm>
            <a:off x="5988439" y="3060268"/>
            <a:ext cx="2592000" cy="615553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4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2" name="Small Number Placeholder">
            <a:extLst>
              <a:ext uri="{FF2B5EF4-FFF2-40B4-BE49-F238E27FC236}">
                <a16:creationId xmlns:a16="http://schemas.microsoft.com/office/drawing/2014/main" id="{5BF8FF93-4201-BDEC-6137-EEE9E7AE2FB1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1"/>
            </p:custDataLst>
          </p:nvPr>
        </p:nvSpPr>
        <p:spPr>
          <a:xfrm>
            <a:off x="9012625" y="3137212"/>
            <a:ext cx="2592000" cy="461665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736F12-D36D-C43E-E855-5D074FBDA124}"/>
              </a:ext>
            </a:extLst>
          </p:cNvPr>
          <p:cNvCxnSpPr>
            <a:cxnSpLocks/>
          </p:cNvCxnSpPr>
          <p:nvPr userDrawn="1"/>
        </p:nvCxnSpPr>
        <p:spPr>
          <a:xfrm>
            <a:off x="2963864" y="2750858"/>
            <a:ext cx="8640761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266DA3-BCB1-E43B-092B-368AC03AFD65}"/>
              </a:ext>
            </a:extLst>
          </p:cNvPr>
          <p:cNvCxnSpPr>
            <a:cxnSpLocks/>
          </p:cNvCxnSpPr>
          <p:nvPr userDrawn="1"/>
        </p:nvCxnSpPr>
        <p:spPr>
          <a:xfrm>
            <a:off x="2963864" y="3985230"/>
            <a:ext cx="864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5746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sV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11010124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C330A6-E3B3-CFFF-01E3-03C81B855A8B}"/>
              </a:ext>
            </a:extLst>
          </p:cNvPr>
          <p:cNvSpPr/>
          <p:nvPr userDrawn="1"/>
        </p:nvSpPr>
        <p:spPr>
          <a:xfrm>
            <a:off x="11387949" y="566302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91C5C7-6B42-D61F-33F7-4CC053C20FBC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6203949" y="4046725"/>
            <a:ext cx="5400000" cy="838800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0A51C53-D4A7-2157-6058-1BCED69837F7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6203950" y="5434668"/>
            <a:ext cx="5400000" cy="838800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ru-RU" dirty="0"/>
          </a:p>
        </p:txBody>
      </p:sp>
      <p:sp>
        <p:nvSpPr>
          <p:cNvPr id="5" name="Subtitle Placeholder 1">
            <a:extLst>
              <a:ext uri="{FF2B5EF4-FFF2-40B4-BE49-F238E27FC236}">
                <a16:creationId xmlns:a16="http://schemas.microsoft.com/office/drawing/2014/main" id="{25B671AC-9A3A-F684-3974-5BE88A998B45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6203949" y="3761818"/>
            <a:ext cx="5400000" cy="276999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Subtitle Placeholder 1">
            <a:extLst>
              <a:ext uri="{FF2B5EF4-FFF2-40B4-BE49-F238E27FC236}">
                <a16:creationId xmlns:a16="http://schemas.microsoft.com/office/drawing/2014/main" id="{8164F585-CC2F-B223-0F80-DDFD5A1DC522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6203950" y="5149762"/>
            <a:ext cx="5400000" cy="276999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F773ECE-D7E5-A376-8390-5F93F341D51F}"/>
              </a:ext>
            </a:extLst>
          </p:cNvPr>
          <p:cNvSpPr>
            <a:spLocks noGrp="1"/>
          </p:cNvSpPr>
          <p:nvPr>
            <p:ph type="body" idx="37"/>
            <p:custDataLst>
              <p:tags r:id="rId7"/>
            </p:custDataLst>
          </p:nvPr>
        </p:nvSpPr>
        <p:spPr>
          <a:xfrm>
            <a:off x="6203950" y="2663966"/>
            <a:ext cx="5400675" cy="840345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Subtitle Placeholder 3">
            <a:extLst>
              <a:ext uri="{FF2B5EF4-FFF2-40B4-BE49-F238E27FC236}">
                <a16:creationId xmlns:a16="http://schemas.microsoft.com/office/drawing/2014/main" id="{6ED76988-9054-E7DA-CA00-04E821D961EB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8"/>
            </p:custDataLst>
          </p:nvPr>
        </p:nvSpPr>
        <p:spPr>
          <a:xfrm>
            <a:off x="6203949" y="2379059"/>
            <a:ext cx="5400000" cy="276999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Large Number Placeholder">
            <a:extLst>
              <a:ext uri="{FF2B5EF4-FFF2-40B4-BE49-F238E27FC236}">
                <a16:creationId xmlns:a16="http://schemas.microsoft.com/office/drawing/2014/main" id="{8125C7D6-DEE4-C329-A572-2E15CCA7F4E9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9"/>
            </p:custDataLst>
          </p:nvPr>
        </p:nvSpPr>
        <p:spPr>
          <a:xfrm>
            <a:off x="1800071" y="2405368"/>
            <a:ext cx="2592000" cy="769441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8300951-E3E2-DABB-6A37-291F8423BB37}"/>
              </a:ext>
            </a:extLst>
          </p:cNvPr>
          <p:cNvSpPr/>
          <p:nvPr userDrawn="1"/>
        </p:nvSpPr>
        <p:spPr>
          <a:xfrm rot="10800000">
            <a:off x="593984" y="2315655"/>
            <a:ext cx="5004175" cy="3986203"/>
          </a:xfrm>
          <a:prstGeom prst="triangl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D0673-7B56-2FE7-E4BE-06E4B0175ADA}"/>
              </a:ext>
            </a:extLst>
          </p:cNvPr>
          <p:cNvSpPr/>
          <p:nvPr userDrawn="1"/>
        </p:nvSpPr>
        <p:spPr>
          <a:xfrm>
            <a:off x="5179695" y="2511725"/>
            <a:ext cx="809625" cy="468630"/>
          </a:xfrm>
          <a:custGeom>
            <a:avLst/>
            <a:gdLst>
              <a:gd name="connsiteX0" fmla="*/ 777240 w 777240"/>
              <a:gd name="connsiteY0" fmla="*/ 0 h 144780"/>
              <a:gd name="connsiteX1" fmla="*/ 396240 w 777240"/>
              <a:gd name="connsiteY1" fmla="*/ 0 h 144780"/>
              <a:gd name="connsiteX2" fmla="*/ 396240 w 777240"/>
              <a:gd name="connsiteY2" fmla="*/ 144780 h 144780"/>
              <a:gd name="connsiteX3" fmla="*/ 0 w 777240"/>
              <a:gd name="connsiteY3" fmla="*/ 144780 h 144780"/>
              <a:gd name="connsiteX0" fmla="*/ 771525 w 771525"/>
              <a:gd name="connsiteY0" fmla="*/ 0 h 146685"/>
              <a:gd name="connsiteX1" fmla="*/ 390525 w 771525"/>
              <a:gd name="connsiteY1" fmla="*/ 0 h 146685"/>
              <a:gd name="connsiteX2" fmla="*/ 390525 w 771525"/>
              <a:gd name="connsiteY2" fmla="*/ 144780 h 146685"/>
              <a:gd name="connsiteX3" fmla="*/ 0 w 771525"/>
              <a:gd name="connsiteY3" fmla="*/ 146685 h 146685"/>
              <a:gd name="connsiteX0" fmla="*/ 607695 w 607695"/>
              <a:gd name="connsiteY0" fmla="*/ 0 h 144780"/>
              <a:gd name="connsiteX1" fmla="*/ 226695 w 607695"/>
              <a:gd name="connsiteY1" fmla="*/ 0 h 144780"/>
              <a:gd name="connsiteX2" fmla="*/ 226695 w 607695"/>
              <a:gd name="connsiteY2" fmla="*/ 144780 h 144780"/>
              <a:gd name="connsiteX3" fmla="*/ 0 w 607695"/>
              <a:gd name="connsiteY3" fmla="*/ 144780 h 144780"/>
              <a:gd name="connsiteX0" fmla="*/ 607695 w 607695"/>
              <a:gd name="connsiteY0" fmla="*/ 0 h 468630"/>
              <a:gd name="connsiteX1" fmla="*/ 226695 w 607695"/>
              <a:gd name="connsiteY1" fmla="*/ 0 h 468630"/>
              <a:gd name="connsiteX2" fmla="*/ 232410 w 607695"/>
              <a:gd name="connsiteY2" fmla="*/ 468630 h 468630"/>
              <a:gd name="connsiteX3" fmla="*/ 0 w 607695"/>
              <a:gd name="connsiteY3" fmla="*/ 144780 h 468630"/>
              <a:gd name="connsiteX0" fmla="*/ 809625 w 809625"/>
              <a:gd name="connsiteY0" fmla="*/ 0 h 468630"/>
              <a:gd name="connsiteX1" fmla="*/ 428625 w 809625"/>
              <a:gd name="connsiteY1" fmla="*/ 0 h 468630"/>
              <a:gd name="connsiteX2" fmla="*/ 434340 w 809625"/>
              <a:gd name="connsiteY2" fmla="*/ 468630 h 468630"/>
              <a:gd name="connsiteX3" fmla="*/ 0 w 809625"/>
              <a:gd name="connsiteY3" fmla="*/ 466725 h 468630"/>
              <a:gd name="connsiteX0" fmla="*/ 809625 w 809625"/>
              <a:gd name="connsiteY0" fmla="*/ 0 h 468630"/>
              <a:gd name="connsiteX1" fmla="*/ 641985 w 809625"/>
              <a:gd name="connsiteY1" fmla="*/ 1905 h 468630"/>
              <a:gd name="connsiteX2" fmla="*/ 434340 w 809625"/>
              <a:gd name="connsiteY2" fmla="*/ 468630 h 468630"/>
              <a:gd name="connsiteX3" fmla="*/ 0 w 809625"/>
              <a:gd name="connsiteY3" fmla="*/ 466725 h 468630"/>
              <a:gd name="connsiteX0" fmla="*/ 809625 w 809625"/>
              <a:gd name="connsiteY0" fmla="*/ 0 h 468630"/>
              <a:gd name="connsiteX1" fmla="*/ 641985 w 809625"/>
              <a:gd name="connsiteY1" fmla="*/ 1905 h 468630"/>
              <a:gd name="connsiteX2" fmla="*/ 641985 w 809625"/>
              <a:gd name="connsiteY2" fmla="*/ 468630 h 468630"/>
              <a:gd name="connsiteX3" fmla="*/ 0 w 809625"/>
              <a:gd name="connsiteY3" fmla="*/ 466725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625" h="468630">
                <a:moveTo>
                  <a:pt x="809625" y="0"/>
                </a:moveTo>
                <a:lnTo>
                  <a:pt x="641985" y="1905"/>
                </a:lnTo>
                <a:lnTo>
                  <a:pt x="641985" y="468630"/>
                </a:lnTo>
                <a:lnTo>
                  <a:pt x="0" y="466725"/>
                </a:lnTo>
              </a:path>
            </a:pathLst>
          </a:custGeom>
          <a:noFill/>
          <a:ln w="12700">
            <a:solidFill>
              <a:schemeClr val="accent1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BCE28C7-F516-6B63-04E1-9735F3297BEB}"/>
              </a:ext>
            </a:extLst>
          </p:cNvPr>
          <p:cNvSpPr/>
          <p:nvPr userDrawn="1"/>
        </p:nvSpPr>
        <p:spPr>
          <a:xfrm flipV="1">
            <a:off x="4394835" y="3883862"/>
            <a:ext cx="1586865" cy="287655"/>
          </a:xfrm>
          <a:custGeom>
            <a:avLst/>
            <a:gdLst>
              <a:gd name="connsiteX0" fmla="*/ 1379220 w 1379220"/>
              <a:gd name="connsiteY0" fmla="*/ 281940 h 281940"/>
              <a:gd name="connsiteX1" fmla="*/ 167640 w 1379220"/>
              <a:gd name="connsiteY1" fmla="*/ 281940 h 281940"/>
              <a:gd name="connsiteX2" fmla="*/ 167640 w 1379220"/>
              <a:gd name="connsiteY2" fmla="*/ 0 h 281940"/>
              <a:gd name="connsiteX3" fmla="*/ 0 w 1379220"/>
              <a:gd name="connsiteY3" fmla="*/ 0 h 281940"/>
              <a:gd name="connsiteX0" fmla="*/ 1356360 w 1356360"/>
              <a:gd name="connsiteY0" fmla="*/ 281940 h 281940"/>
              <a:gd name="connsiteX1" fmla="*/ 144780 w 1356360"/>
              <a:gd name="connsiteY1" fmla="*/ 281940 h 281940"/>
              <a:gd name="connsiteX2" fmla="*/ 144780 w 1356360"/>
              <a:gd name="connsiteY2" fmla="*/ 0 h 281940"/>
              <a:gd name="connsiteX3" fmla="*/ 0 w 1356360"/>
              <a:gd name="connsiteY3" fmla="*/ 1905 h 281940"/>
              <a:gd name="connsiteX0" fmla="*/ 1790567 w 1790567"/>
              <a:gd name="connsiteY0" fmla="*/ 287655 h 287655"/>
              <a:gd name="connsiteX1" fmla="*/ 578987 w 1790567"/>
              <a:gd name="connsiteY1" fmla="*/ 287655 h 287655"/>
              <a:gd name="connsiteX2" fmla="*/ 578987 w 1790567"/>
              <a:gd name="connsiteY2" fmla="*/ 5715 h 287655"/>
              <a:gd name="connsiteX3" fmla="*/ 0 w 1790567"/>
              <a:gd name="connsiteY3" fmla="*/ 0 h 28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0567" h="287655">
                <a:moveTo>
                  <a:pt x="1790567" y="287655"/>
                </a:moveTo>
                <a:lnTo>
                  <a:pt x="578987" y="287655"/>
                </a:lnTo>
                <a:lnTo>
                  <a:pt x="578987" y="5715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accent1"/>
            </a:solidFill>
            <a:headEnd type="oval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CB4548E-1E4D-5BD9-9322-C33DF67B1017}"/>
              </a:ext>
            </a:extLst>
          </p:cNvPr>
          <p:cNvSpPr/>
          <p:nvPr userDrawn="1"/>
        </p:nvSpPr>
        <p:spPr>
          <a:xfrm rot="10800000">
            <a:off x="1189982" y="3272259"/>
            <a:ext cx="3812180" cy="3036690"/>
          </a:xfrm>
          <a:prstGeom prst="triangl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Medium Number Placeholder">
            <a:extLst>
              <a:ext uri="{FF2B5EF4-FFF2-40B4-BE49-F238E27FC236}">
                <a16:creationId xmlns:a16="http://schemas.microsoft.com/office/drawing/2014/main" id="{D04D103E-9682-40F0-C7C6-AF09B1737505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10"/>
            </p:custDataLst>
          </p:nvPr>
        </p:nvSpPr>
        <p:spPr>
          <a:xfrm>
            <a:off x="1884774" y="3570643"/>
            <a:ext cx="2422594" cy="615553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B8726D14-4BD6-E9B4-B3A3-700BFB5F8A23}"/>
              </a:ext>
            </a:extLst>
          </p:cNvPr>
          <p:cNvSpPr/>
          <p:nvPr userDrawn="1"/>
        </p:nvSpPr>
        <p:spPr>
          <a:xfrm rot="10800000">
            <a:off x="1963781" y="4508105"/>
            <a:ext cx="2264582" cy="1803911"/>
          </a:xfrm>
          <a:prstGeom prst="triangl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Small Number Placeholder">
            <a:extLst>
              <a:ext uri="{FF2B5EF4-FFF2-40B4-BE49-F238E27FC236}">
                <a16:creationId xmlns:a16="http://schemas.microsoft.com/office/drawing/2014/main" id="{5BF8FF93-4201-BDEC-6137-EEE9E7AE2FB1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1"/>
            </p:custDataLst>
          </p:nvPr>
        </p:nvSpPr>
        <p:spPr>
          <a:xfrm>
            <a:off x="2407919" y="4691295"/>
            <a:ext cx="1377997" cy="92333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2A531C8-F22A-EA2D-BEBC-ECB64B2C58D0}"/>
              </a:ext>
            </a:extLst>
          </p:cNvPr>
          <p:cNvSpPr/>
          <p:nvPr userDrawn="1"/>
        </p:nvSpPr>
        <p:spPr>
          <a:xfrm>
            <a:off x="3606800" y="5059345"/>
            <a:ext cx="2377440" cy="243840"/>
          </a:xfrm>
          <a:custGeom>
            <a:avLst/>
            <a:gdLst>
              <a:gd name="connsiteX0" fmla="*/ 0 w 2377440"/>
              <a:gd name="connsiteY0" fmla="*/ 0 h 243840"/>
              <a:gd name="connsiteX1" fmla="*/ 731520 w 2377440"/>
              <a:gd name="connsiteY1" fmla="*/ 0 h 243840"/>
              <a:gd name="connsiteX2" fmla="*/ 731520 w 2377440"/>
              <a:gd name="connsiteY2" fmla="*/ 243840 h 243840"/>
              <a:gd name="connsiteX3" fmla="*/ 2377440 w 2377440"/>
              <a:gd name="connsiteY3" fmla="*/ 24384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7440" h="243840">
                <a:moveTo>
                  <a:pt x="0" y="0"/>
                </a:moveTo>
                <a:lnTo>
                  <a:pt x="731520" y="0"/>
                </a:lnTo>
                <a:lnTo>
                  <a:pt x="731520" y="243840"/>
                </a:lnTo>
                <a:lnTo>
                  <a:pt x="2377440" y="243840"/>
                </a:lnTo>
              </a:path>
            </a:pathLst>
          </a:custGeom>
          <a:noFill/>
          <a:ln w="12700">
            <a:solidFill>
              <a:schemeClr val="accent1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9696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/>
            <p:custDataLst>
              <p:tags r:id="rId1"/>
            </p:custDataLst>
          </p:nvPr>
        </p:nvSpPr>
        <p:spPr>
          <a:xfrm>
            <a:off x="587374" y="4366718"/>
            <a:ext cx="3529014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/>
            <p:custDataLst>
              <p:tags r:id="rId2"/>
            </p:custDataLst>
          </p:nvPr>
        </p:nvSpPr>
        <p:spPr>
          <a:xfrm>
            <a:off x="4331197" y="4365052"/>
            <a:ext cx="3528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/>
            <p:custDataLst>
              <p:tags r:id="rId3"/>
            </p:custDataLst>
          </p:nvPr>
        </p:nvSpPr>
        <p:spPr>
          <a:xfrm>
            <a:off x="8076626" y="4365052"/>
            <a:ext cx="3528000" cy="128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21" name="Milestone Placeholder">
            <a:extLst>
              <a:ext uri="{FF2B5EF4-FFF2-40B4-BE49-F238E27FC236}">
                <a16:creationId xmlns:a16="http://schemas.microsoft.com/office/drawing/2014/main" id="{353CEC8B-02BC-C3F6-2E86-D4FBB551132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4"/>
            </p:custDataLst>
          </p:nvPr>
        </p:nvSpPr>
        <p:spPr>
          <a:xfrm>
            <a:off x="591649" y="2958570"/>
            <a:ext cx="3528000" cy="1141200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3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2F7E81ED-918A-4FBE-5AAD-A39C1858B35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5"/>
            </p:custDataLst>
          </p:nvPr>
        </p:nvSpPr>
        <p:spPr>
          <a:xfrm>
            <a:off x="4352769" y="2958570"/>
            <a:ext cx="3528000" cy="1141200"/>
          </a:xfrm>
        </p:spPr>
        <p:txBody>
          <a:bodyPr wrap="square" lIns="108000" tIns="108000" rIns="108000" bIns="108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3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" name="Milestone Placeholder">
            <a:extLst>
              <a:ext uri="{FF2B5EF4-FFF2-40B4-BE49-F238E27FC236}">
                <a16:creationId xmlns:a16="http://schemas.microsoft.com/office/drawing/2014/main" id="{3384920C-D74D-B088-CA64-EA32144F1C4B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6"/>
            </p:custDataLst>
          </p:nvPr>
        </p:nvSpPr>
        <p:spPr>
          <a:xfrm>
            <a:off x="8076626" y="2958570"/>
            <a:ext cx="3528000" cy="11412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30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871F77-AB58-04F6-5E27-C75001AFA255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2958570"/>
            <a:ext cx="11016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A0C719-0259-F45F-8060-0F4DC92397F4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099770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7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8"/>
            </p:custDataLst>
          </p:nvPr>
        </p:nvSpPr>
        <p:spPr>
          <a:xfrm>
            <a:off x="593985" y="1334776"/>
            <a:ext cx="11013664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31A8F4-FCD1-59B6-B288-A2CC570AF5BE}"/>
              </a:ext>
            </a:extLst>
          </p:cNvPr>
          <p:cNvSpPr/>
          <p:nvPr userDrawn="1"/>
        </p:nvSpPr>
        <p:spPr>
          <a:xfrm>
            <a:off x="7865529" y="605780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DD2B31-E5A0-AF5E-2E80-822C3F33402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33091" r="47154"/>
          <a:stretch>
            <a:fillRect/>
          </a:stretch>
        </p:blipFill>
        <p:spPr>
          <a:xfrm>
            <a:off x="11061507" y="0"/>
            <a:ext cx="1130494" cy="146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23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V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2569530"/>
            <a:ext cx="4732311" cy="369331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9010824" y="4363743"/>
            <a:ext cx="2592387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220C4-E323-1B45-FA1D-9C8203F67CA0}"/>
              </a:ext>
            </a:extLst>
          </p:cNvPr>
          <p:cNvSpPr/>
          <p:nvPr userDrawn="1"/>
        </p:nvSpPr>
        <p:spPr>
          <a:xfrm>
            <a:off x="583709" y="2105746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1BB33A7-AC0A-22F9-E68F-635D94AC8929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>
          <a:xfrm>
            <a:off x="9026064" y="4920635"/>
            <a:ext cx="2592387" cy="1339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B42A0C20-B031-3E8E-2BE4-D66D75BB5DE3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5"/>
            </p:custDataLst>
          </p:nvPr>
        </p:nvSpPr>
        <p:spPr>
          <a:xfrm>
            <a:off x="5993129" y="4360849"/>
            <a:ext cx="259200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09EEAF2F-3465-4005-4ECA-48B4FEEE4F71}"/>
              </a:ext>
            </a:extLst>
          </p:cNvPr>
          <p:cNvSpPr>
            <a:spLocks noGrp="1"/>
          </p:cNvSpPr>
          <p:nvPr>
            <p:ph type="body" idx="38"/>
            <p:custDataLst>
              <p:tags r:id="rId6"/>
            </p:custDataLst>
          </p:nvPr>
        </p:nvSpPr>
        <p:spPr>
          <a:xfrm>
            <a:off x="5993129" y="4917741"/>
            <a:ext cx="2592000" cy="1338943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253D78-903A-2C8B-1BA1-85DF2E5A44B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988049" y="1310070"/>
            <a:ext cx="2592000" cy="280867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A6106D48-6EE6-0F06-0409-A6EE22420C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011211" y="1304925"/>
            <a:ext cx="2592000" cy="2808672"/>
          </a:xfrm>
        </p:spPr>
        <p:txBody>
          <a:bodyPr/>
          <a:lstStyle/>
          <a:p>
            <a:endParaRPr lang="ru-RU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B16C46B-5637-1206-FA70-4AC93477B886}"/>
              </a:ext>
            </a:extLst>
          </p:cNvPr>
          <p:cNvCxnSpPr>
            <a:cxnSpLocks/>
          </p:cNvCxnSpPr>
          <p:nvPr userDrawn="1"/>
        </p:nvCxnSpPr>
        <p:spPr>
          <a:xfrm>
            <a:off x="8792673" y="0"/>
            <a:ext cx="0" cy="685800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9391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V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76805" y="4914316"/>
            <a:ext cx="2592387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1BB33A7-AC0A-22F9-E68F-635D94AC8929}"/>
              </a:ext>
            </a:extLst>
          </p:cNvPr>
          <p:cNvSpPr>
            <a:spLocks noGrp="1"/>
          </p:cNvSpPr>
          <p:nvPr>
            <p:ph type="body" idx="36"/>
            <p:custDataLst>
              <p:tags r:id="rId3"/>
            </p:custDataLst>
          </p:nvPr>
        </p:nvSpPr>
        <p:spPr>
          <a:xfrm>
            <a:off x="8076805" y="5194209"/>
            <a:ext cx="2592387" cy="10908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B42A0C20-B031-3E8E-2BE4-D66D75BB5DE3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4"/>
            </p:custDataLst>
          </p:nvPr>
        </p:nvSpPr>
        <p:spPr>
          <a:xfrm>
            <a:off x="4337684" y="4911422"/>
            <a:ext cx="259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09EEAF2F-3465-4005-4ECA-48B4FEEE4F71}"/>
              </a:ext>
            </a:extLst>
          </p:cNvPr>
          <p:cNvSpPr>
            <a:spLocks noGrp="1"/>
          </p:cNvSpPr>
          <p:nvPr>
            <p:ph type="body" idx="38"/>
            <p:custDataLst>
              <p:tags r:id="rId5"/>
            </p:custDataLst>
          </p:nvPr>
        </p:nvSpPr>
        <p:spPr>
          <a:xfrm>
            <a:off x="4337684" y="5191315"/>
            <a:ext cx="2592000" cy="10908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253D78-903A-2C8B-1BA1-85DF2E5A44B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37684" y="3037832"/>
            <a:ext cx="3528000" cy="1638134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A6106D48-6EE6-0F06-0409-A6EE22420C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076805" y="3032687"/>
            <a:ext cx="3528000" cy="1638134"/>
          </a:xfrm>
        </p:spPr>
        <p:txBody>
          <a:bodyPr/>
          <a:lstStyle/>
          <a:p>
            <a:endParaRPr lang="ru-RU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79B8DC43-7BF7-0ABE-FC30-3A624F4BF307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6"/>
            </p:custDataLst>
          </p:nvPr>
        </p:nvSpPr>
        <p:spPr>
          <a:xfrm>
            <a:off x="593984" y="4906276"/>
            <a:ext cx="2592000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CD580BD1-0325-BC2A-DF6B-F0141D4E7916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7"/>
            </p:custDataLst>
          </p:nvPr>
        </p:nvSpPr>
        <p:spPr>
          <a:xfrm>
            <a:off x="593984" y="5186169"/>
            <a:ext cx="2592000" cy="1089644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B841A4B-7D9A-90B5-C116-648199EA33F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593984" y="3032686"/>
            <a:ext cx="3528000" cy="163813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BBC970-BFCE-8EE1-77BB-0715D4AD006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93985" y="1334776"/>
            <a:ext cx="11013664" cy="1477328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ru-RU" dirty="0"/>
            </a:br>
            <a:endParaRPr lang="ru-RU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1DFBCD-E6BD-F419-E5AD-523034430D39}"/>
              </a:ext>
            </a:extLst>
          </p:cNvPr>
          <p:cNvSpPr/>
          <p:nvPr userDrawn="1"/>
        </p:nvSpPr>
        <p:spPr>
          <a:xfrm>
            <a:off x="11392834" y="6056145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7781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Goal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11005676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075613" y="2597399"/>
            <a:ext cx="3529370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D8776588-D30A-757F-A4F1-30069BE5C53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4"/>
            </p:custDataLst>
          </p:nvPr>
        </p:nvSpPr>
        <p:spPr>
          <a:xfrm>
            <a:off x="8075612" y="4488363"/>
            <a:ext cx="3529013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1A1AB3AB-6BCD-3526-659F-E4CFAA05C2F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8075612" y="3542881"/>
            <a:ext cx="3529013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65907F9C-0018-5C21-CDB3-95B33C4540FD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6"/>
            </p:custDataLst>
          </p:nvPr>
        </p:nvSpPr>
        <p:spPr>
          <a:xfrm>
            <a:off x="8075612" y="5433846"/>
            <a:ext cx="3529013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C5253199-DFD4-61C3-389E-405F54432357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7"/>
            </p:custDataLst>
          </p:nvPr>
        </p:nvSpPr>
        <p:spPr>
          <a:xfrm>
            <a:off x="3903914" y="2597701"/>
            <a:ext cx="3529370" cy="830997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639CB076-BB40-91B8-334F-9C320B794D26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8"/>
            </p:custDataLst>
          </p:nvPr>
        </p:nvSpPr>
        <p:spPr>
          <a:xfrm>
            <a:off x="3903913" y="4488162"/>
            <a:ext cx="3529013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71C0A5F6-1EEF-F591-1175-521EA370098C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9"/>
            </p:custDataLst>
          </p:nvPr>
        </p:nvSpPr>
        <p:spPr>
          <a:xfrm>
            <a:off x="3903913" y="3542479"/>
            <a:ext cx="3529013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C5C2F10E-0157-8884-8FD8-74AD3A2EEB6A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0"/>
            </p:custDataLst>
          </p:nvPr>
        </p:nvSpPr>
        <p:spPr>
          <a:xfrm>
            <a:off x="3903913" y="5433846"/>
            <a:ext cx="3529013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49CCD1-E851-5798-E0BC-D33E46BCC4B9}"/>
              </a:ext>
            </a:extLst>
          </p:cNvPr>
          <p:cNvCxnSpPr>
            <a:cxnSpLocks/>
          </p:cNvCxnSpPr>
          <p:nvPr userDrawn="1"/>
        </p:nvCxnSpPr>
        <p:spPr>
          <a:xfrm>
            <a:off x="3688014" y="3007484"/>
            <a:ext cx="0" cy="3850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62326A-A52E-1808-2BD4-EEE75E91DA8B}"/>
              </a:ext>
            </a:extLst>
          </p:cNvPr>
          <p:cNvCxnSpPr>
            <a:cxnSpLocks/>
          </p:cNvCxnSpPr>
          <p:nvPr userDrawn="1"/>
        </p:nvCxnSpPr>
        <p:spPr>
          <a:xfrm flipH="1">
            <a:off x="3472013" y="3013199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2A97F5-81F9-F8D6-7E56-AC768A7F81EF}"/>
              </a:ext>
            </a:extLst>
          </p:cNvPr>
          <p:cNvCxnSpPr>
            <a:cxnSpLocks/>
          </p:cNvCxnSpPr>
          <p:nvPr userDrawn="1"/>
        </p:nvCxnSpPr>
        <p:spPr>
          <a:xfrm flipH="1">
            <a:off x="7643713" y="3013199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127EEA-E456-FBA9-485D-A576FB83A8C9}"/>
              </a:ext>
            </a:extLst>
          </p:cNvPr>
          <p:cNvCxnSpPr>
            <a:cxnSpLocks/>
          </p:cNvCxnSpPr>
          <p:nvPr userDrawn="1"/>
        </p:nvCxnSpPr>
        <p:spPr>
          <a:xfrm flipH="1">
            <a:off x="3472013" y="5849646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3A1736-FC26-CD95-2E0A-D72FEE545635}"/>
              </a:ext>
            </a:extLst>
          </p:cNvPr>
          <p:cNvCxnSpPr>
            <a:cxnSpLocks/>
          </p:cNvCxnSpPr>
          <p:nvPr userDrawn="1"/>
        </p:nvCxnSpPr>
        <p:spPr>
          <a:xfrm flipH="1">
            <a:off x="7643713" y="5849646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FB9563-5F25-3F47-D5BD-4CF85C7AAF73}"/>
              </a:ext>
            </a:extLst>
          </p:cNvPr>
          <p:cNvCxnSpPr>
            <a:cxnSpLocks/>
          </p:cNvCxnSpPr>
          <p:nvPr userDrawn="1"/>
        </p:nvCxnSpPr>
        <p:spPr>
          <a:xfrm flipH="1">
            <a:off x="7643713" y="4904163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89EB0C-1516-DF59-EE12-79F69C86BF2E}"/>
              </a:ext>
            </a:extLst>
          </p:cNvPr>
          <p:cNvCxnSpPr>
            <a:cxnSpLocks/>
          </p:cNvCxnSpPr>
          <p:nvPr userDrawn="1"/>
        </p:nvCxnSpPr>
        <p:spPr>
          <a:xfrm flipH="1">
            <a:off x="7643713" y="3958681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A25EF4-A5B2-6035-9AE6-C51B08BCA47F}"/>
              </a:ext>
            </a:extLst>
          </p:cNvPr>
          <p:cNvCxnSpPr>
            <a:cxnSpLocks/>
          </p:cNvCxnSpPr>
          <p:nvPr userDrawn="1"/>
        </p:nvCxnSpPr>
        <p:spPr>
          <a:xfrm flipH="1">
            <a:off x="3472013" y="3958681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A9A10E-D05B-7DC1-27C7-B4DA43AAD417}"/>
              </a:ext>
            </a:extLst>
          </p:cNvPr>
          <p:cNvCxnSpPr>
            <a:cxnSpLocks/>
          </p:cNvCxnSpPr>
          <p:nvPr userDrawn="1"/>
        </p:nvCxnSpPr>
        <p:spPr>
          <a:xfrm flipH="1">
            <a:off x="3472013" y="4904163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9E308F6-66F9-303C-485F-FAE9DD176E8B}"/>
              </a:ext>
            </a:extLst>
          </p:cNvPr>
          <p:cNvSpPr/>
          <p:nvPr userDrawn="1"/>
        </p:nvSpPr>
        <p:spPr>
          <a:xfrm>
            <a:off x="8075613" y="592552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B2109D-2177-B86E-A834-57FD758E5DA9}"/>
              </a:ext>
            </a:extLst>
          </p:cNvPr>
          <p:cNvCxnSpPr>
            <a:cxnSpLocks/>
          </p:cNvCxnSpPr>
          <p:nvPr userDrawn="1"/>
        </p:nvCxnSpPr>
        <p:spPr>
          <a:xfrm>
            <a:off x="7865183" y="3007484"/>
            <a:ext cx="0" cy="3850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A8DD82E7-48B0-8213-2650-124920839BF0}"/>
              </a:ext>
            </a:extLst>
          </p:cNvPr>
          <p:cNvSpPr>
            <a:spLocks noGrp="1"/>
          </p:cNvSpPr>
          <p:nvPr>
            <p:ph type="body" idx="25"/>
            <p:custDataLst>
              <p:tags r:id="rId11"/>
            </p:custDataLst>
          </p:nvPr>
        </p:nvSpPr>
        <p:spPr>
          <a:xfrm>
            <a:off x="598950" y="2943936"/>
            <a:ext cx="2580813" cy="2974982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11683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GoalV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50" y="1334776"/>
            <a:ext cx="5172518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6420432" y="2597399"/>
            <a:ext cx="5184189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D8776588-D30A-757F-A4F1-30069BE5C53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4"/>
            </p:custDataLst>
          </p:nvPr>
        </p:nvSpPr>
        <p:spPr>
          <a:xfrm>
            <a:off x="6420432" y="4488363"/>
            <a:ext cx="5183665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1A1AB3AB-6BCD-3526-659F-E4CFAA05C2F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6420432" y="3542881"/>
            <a:ext cx="5183665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65907F9C-0018-5C21-CDB3-95B33C4540FD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6"/>
            </p:custDataLst>
          </p:nvPr>
        </p:nvSpPr>
        <p:spPr>
          <a:xfrm>
            <a:off x="6420432" y="5433846"/>
            <a:ext cx="5183665" cy="83160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3390C-E55B-872D-0883-87790CE8F35C}"/>
              </a:ext>
            </a:extLst>
          </p:cNvPr>
          <p:cNvCxnSpPr>
            <a:cxnSpLocks/>
          </p:cNvCxnSpPr>
          <p:nvPr userDrawn="1"/>
        </p:nvCxnSpPr>
        <p:spPr>
          <a:xfrm>
            <a:off x="6204533" y="3007484"/>
            <a:ext cx="0" cy="385051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5E052EFF-4E94-CF44-922F-853DFEA3B93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6792" t="7864" r="33667" b="30650"/>
          <a:stretch>
            <a:fillRect/>
          </a:stretch>
        </p:blipFill>
        <p:spPr>
          <a:xfrm>
            <a:off x="0" y="5511996"/>
            <a:ext cx="1273724" cy="134600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2A97F5-81F9-F8D6-7E56-AC768A7F81EF}"/>
              </a:ext>
            </a:extLst>
          </p:cNvPr>
          <p:cNvCxnSpPr>
            <a:cxnSpLocks/>
          </p:cNvCxnSpPr>
          <p:nvPr userDrawn="1"/>
        </p:nvCxnSpPr>
        <p:spPr>
          <a:xfrm flipH="1">
            <a:off x="5988533" y="3013199"/>
            <a:ext cx="2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3A1736-FC26-CD95-2E0A-D72FEE545635}"/>
              </a:ext>
            </a:extLst>
          </p:cNvPr>
          <p:cNvCxnSpPr>
            <a:cxnSpLocks/>
          </p:cNvCxnSpPr>
          <p:nvPr userDrawn="1"/>
        </p:nvCxnSpPr>
        <p:spPr>
          <a:xfrm flipH="1">
            <a:off x="5988533" y="5849646"/>
            <a:ext cx="2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FB9563-5F25-3F47-D5BD-4CF85C7AAF73}"/>
              </a:ext>
            </a:extLst>
          </p:cNvPr>
          <p:cNvCxnSpPr>
            <a:cxnSpLocks/>
          </p:cNvCxnSpPr>
          <p:nvPr userDrawn="1"/>
        </p:nvCxnSpPr>
        <p:spPr>
          <a:xfrm flipH="1">
            <a:off x="5988533" y="4904163"/>
            <a:ext cx="2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89EB0C-1516-DF59-EE12-79F69C86BF2E}"/>
              </a:ext>
            </a:extLst>
          </p:cNvPr>
          <p:cNvCxnSpPr>
            <a:cxnSpLocks/>
          </p:cNvCxnSpPr>
          <p:nvPr userDrawn="1"/>
        </p:nvCxnSpPr>
        <p:spPr>
          <a:xfrm flipH="1">
            <a:off x="5988533" y="3958681"/>
            <a:ext cx="21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9E308F6-66F9-303C-485F-FAE9DD176E8B}"/>
              </a:ext>
            </a:extLst>
          </p:cNvPr>
          <p:cNvSpPr/>
          <p:nvPr userDrawn="1"/>
        </p:nvSpPr>
        <p:spPr>
          <a:xfrm>
            <a:off x="11400200" y="592552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926CE6B7-1874-2CE4-1EF8-1523C1F2E13A}"/>
              </a:ext>
            </a:extLst>
          </p:cNvPr>
          <p:cNvSpPr>
            <a:spLocks noGrp="1"/>
          </p:cNvSpPr>
          <p:nvPr>
            <p:ph type="body" idx="25"/>
            <p:custDataLst>
              <p:tags r:id="rId7"/>
            </p:custDataLst>
          </p:nvPr>
        </p:nvSpPr>
        <p:spPr>
          <a:xfrm>
            <a:off x="598950" y="3453555"/>
            <a:ext cx="3733338" cy="1479187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44786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/>
            <p:custDataLst>
              <p:tags r:id="rId1"/>
            </p:custDataLst>
          </p:nvPr>
        </p:nvSpPr>
        <p:spPr>
          <a:xfrm>
            <a:off x="4332288" y="2604504"/>
            <a:ext cx="7272337" cy="481991"/>
          </a:xfrm>
        </p:spPr>
        <p:txBody>
          <a:bodyPr lIns="0" tIns="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endParaRPr lang="ru-RU" dirty="0"/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3DEDFF03-DE8B-9F20-0245-6271A7339400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2"/>
            </p:custDataLst>
          </p:nvPr>
        </p:nvSpPr>
        <p:spPr>
          <a:xfrm>
            <a:off x="604033" y="2604504"/>
            <a:ext cx="3529014" cy="553998"/>
          </a:xfrm>
        </p:spPr>
        <p:txBody>
          <a:bodyPr wrap="square" lIns="216000" tIns="0" rIns="0" bIns="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  <a:br>
              <a:rPr lang="ru-RU" dirty="0"/>
            </a:b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871F77-AB58-04F6-5E27-C75001AFA255}"/>
              </a:ext>
            </a:extLst>
          </p:cNvPr>
          <p:cNvCxnSpPr>
            <a:cxnSpLocks/>
          </p:cNvCxnSpPr>
          <p:nvPr userDrawn="1"/>
        </p:nvCxnSpPr>
        <p:spPr>
          <a:xfrm flipH="1">
            <a:off x="607205" y="2464949"/>
            <a:ext cx="11016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93985" y="1334776"/>
            <a:ext cx="11013664" cy="738664"/>
          </a:xfrm>
          <a:prstGeom prst="rect">
            <a:avLst/>
          </a:prstGeom>
        </p:spPr>
        <p:txBody>
          <a:bodyPr vert="horz" wrap="square" lIns="0" tIns="0" rIns="18000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DD2B31-E5A0-AF5E-2E80-822C3F33402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33091" r="47154"/>
          <a:stretch>
            <a:fillRect/>
          </a:stretch>
        </p:blipFill>
        <p:spPr>
          <a:xfrm>
            <a:off x="11061507" y="0"/>
            <a:ext cx="1130494" cy="1464717"/>
          </a:xfrm>
          <a:prstGeom prst="rect">
            <a:avLst/>
          </a:prstGeom>
        </p:spPr>
      </p:pic>
      <p:sp>
        <p:nvSpPr>
          <p:cNvPr id="16" name="Text Placeholder">
            <a:extLst>
              <a:ext uri="{FF2B5EF4-FFF2-40B4-BE49-F238E27FC236}">
                <a16:creationId xmlns:a16="http://schemas.microsoft.com/office/drawing/2014/main" id="{C5CA670C-0FA4-83CC-0267-73E2090C56FA}"/>
              </a:ext>
            </a:extLst>
          </p:cNvPr>
          <p:cNvSpPr>
            <a:spLocks noGrp="1"/>
          </p:cNvSpPr>
          <p:nvPr>
            <p:ph type="body" idx="32"/>
            <p:custDataLst>
              <p:tags r:id="rId5"/>
            </p:custDataLst>
          </p:nvPr>
        </p:nvSpPr>
        <p:spPr>
          <a:xfrm>
            <a:off x="4332288" y="5590406"/>
            <a:ext cx="7272337" cy="481991"/>
          </a:xfrm>
        </p:spPr>
        <p:txBody>
          <a:bodyPr lIns="0" tIns="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endParaRPr lang="ru-RU" dirty="0"/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43FFDCD6-5223-2D5C-E382-7971BAEE900A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6"/>
            </p:custDataLst>
          </p:nvPr>
        </p:nvSpPr>
        <p:spPr>
          <a:xfrm>
            <a:off x="604033" y="5590406"/>
            <a:ext cx="3529014" cy="553998"/>
          </a:xfrm>
        </p:spPr>
        <p:txBody>
          <a:bodyPr wrap="square" lIns="216000" tIns="0" rIns="0" bIns="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  <a:br>
              <a:rPr lang="ru-RU" dirty="0"/>
            </a:b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85874A-3EE7-2138-B033-18BC298B8BEC}"/>
              </a:ext>
            </a:extLst>
          </p:cNvPr>
          <p:cNvCxnSpPr>
            <a:cxnSpLocks/>
          </p:cNvCxnSpPr>
          <p:nvPr userDrawn="1"/>
        </p:nvCxnSpPr>
        <p:spPr>
          <a:xfrm flipH="1">
            <a:off x="607205" y="5450851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3F610FF7-0AC3-2C64-800B-4AE00DE825C3}"/>
              </a:ext>
            </a:extLst>
          </p:cNvPr>
          <p:cNvSpPr>
            <a:spLocks noGrp="1"/>
          </p:cNvSpPr>
          <p:nvPr>
            <p:ph type="body" idx="34"/>
            <p:custDataLst>
              <p:tags r:id="rId7"/>
            </p:custDataLst>
          </p:nvPr>
        </p:nvSpPr>
        <p:spPr>
          <a:xfrm>
            <a:off x="4332288" y="4593984"/>
            <a:ext cx="7272337" cy="481991"/>
          </a:xfrm>
        </p:spPr>
        <p:txBody>
          <a:bodyPr lIns="0" tIns="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endParaRPr lang="ru-RU" dirty="0"/>
          </a:p>
        </p:txBody>
      </p:sp>
      <p:sp>
        <p:nvSpPr>
          <p:cNvPr id="26" name="Subtitle Placeholder">
            <a:extLst>
              <a:ext uri="{FF2B5EF4-FFF2-40B4-BE49-F238E27FC236}">
                <a16:creationId xmlns:a16="http://schemas.microsoft.com/office/drawing/2014/main" id="{5979E798-ED30-10E3-CC75-D73BC4B8B682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8"/>
            </p:custDataLst>
          </p:nvPr>
        </p:nvSpPr>
        <p:spPr>
          <a:xfrm>
            <a:off x="604033" y="4593984"/>
            <a:ext cx="3529014" cy="553998"/>
          </a:xfrm>
        </p:spPr>
        <p:txBody>
          <a:bodyPr wrap="square" lIns="216000" tIns="0" rIns="0" bIns="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  <a:br>
              <a:rPr lang="ru-RU" dirty="0"/>
            </a:br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FCE609-A05F-6166-FD67-0CE1467087A8}"/>
              </a:ext>
            </a:extLst>
          </p:cNvPr>
          <p:cNvCxnSpPr>
            <a:cxnSpLocks/>
          </p:cNvCxnSpPr>
          <p:nvPr userDrawn="1"/>
        </p:nvCxnSpPr>
        <p:spPr>
          <a:xfrm flipH="1">
            <a:off x="607205" y="4454429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">
            <a:extLst>
              <a:ext uri="{FF2B5EF4-FFF2-40B4-BE49-F238E27FC236}">
                <a16:creationId xmlns:a16="http://schemas.microsoft.com/office/drawing/2014/main" id="{DD5DB650-9F00-7DFB-8D85-56712D6012B1}"/>
              </a:ext>
            </a:extLst>
          </p:cNvPr>
          <p:cNvSpPr>
            <a:spLocks noGrp="1"/>
          </p:cNvSpPr>
          <p:nvPr>
            <p:ph type="body" idx="36"/>
            <p:custDataLst>
              <p:tags r:id="rId9"/>
            </p:custDataLst>
          </p:nvPr>
        </p:nvSpPr>
        <p:spPr>
          <a:xfrm>
            <a:off x="4332288" y="3598831"/>
            <a:ext cx="7272337" cy="481991"/>
          </a:xfrm>
        </p:spPr>
        <p:txBody>
          <a:bodyPr lIns="0" tIns="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endParaRPr lang="ru-RU" dirty="0"/>
          </a:p>
        </p:txBody>
      </p:sp>
      <p:sp>
        <p:nvSpPr>
          <p:cNvPr id="30" name="Subtitle Placeholder">
            <a:extLst>
              <a:ext uri="{FF2B5EF4-FFF2-40B4-BE49-F238E27FC236}">
                <a16:creationId xmlns:a16="http://schemas.microsoft.com/office/drawing/2014/main" id="{A533E218-04B9-8C28-DBA0-44C99653D71F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604033" y="3598831"/>
            <a:ext cx="3529014" cy="553998"/>
          </a:xfrm>
        </p:spPr>
        <p:txBody>
          <a:bodyPr wrap="square" lIns="216000" tIns="0" rIns="0" bIns="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  <a:br>
              <a:rPr lang="ru-RU" dirty="0"/>
            </a:b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4C29D75-07F0-D0A5-D224-E16806CC5A0A}"/>
              </a:ext>
            </a:extLst>
          </p:cNvPr>
          <p:cNvCxnSpPr>
            <a:cxnSpLocks/>
          </p:cNvCxnSpPr>
          <p:nvPr userDrawn="1"/>
        </p:nvCxnSpPr>
        <p:spPr>
          <a:xfrm flipH="1">
            <a:off x="607205" y="3459276"/>
            <a:ext cx="110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93332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8949" y="1334776"/>
            <a:ext cx="7260764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ru-RU" dirty="0"/>
            </a:b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796340" y="1330085"/>
            <a:ext cx="2808284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1BB33A7-AC0A-22F9-E68F-635D94AC8929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>
          <a:xfrm>
            <a:off x="8796340" y="1886977"/>
            <a:ext cx="2808284" cy="4081232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D8776588-D30A-757F-A4F1-30069BE5C53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5"/>
            </p:custDataLst>
          </p:nvPr>
        </p:nvSpPr>
        <p:spPr>
          <a:xfrm>
            <a:off x="4580811" y="3161354"/>
            <a:ext cx="280800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2603E703-FA17-23B9-59FB-EBB67AEAB33E}"/>
              </a:ext>
            </a:extLst>
          </p:cNvPr>
          <p:cNvSpPr>
            <a:spLocks noGrp="1"/>
          </p:cNvSpPr>
          <p:nvPr>
            <p:ph type="body" idx="38"/>
            <p:custDataLst>
              <p:tags r:id="rId6"/>
            </p:custDataLst>
          </p:nvPr>
        </p:nvSpPr>
        <p:spPr>
          <a:xfrm>
            <a:off x="4584050" y="3718246"/>
            <a:ext cx="2808000" cy="2336139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1A1AB3AB-6BCD-3526-659F-E4CFAA05C2F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840074" y="3158460"/>
            <a:ext cx="2808000" cy="553998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4F7D2DE6-61BB-E75E-2FDD-54F93C376A7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840074" y="3715352"/>
            <a:ext cx="2808000" cy="2086840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65D5B8-D1E3-0A80-02AA-3F4D8A497D1E}"/>
              </a:ext>
            </a:extLst>
          </p:cNvPr>
          <p:cNvSpPr/>
          <p:nvPr userDrawn="1"/>
        </p:nvSpPr>
        <p:spPr>
          <a:xfrm>
            <a:off x="8796340" y="58420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908C8DC-8017-B58E-919E-6520083B6B16}"/>
              </a:ext>
            </a:extLst>
          </p:cNvPr>
          <p:cNvSpPr/>
          <p:nvPr userDrawn="1"/>
        </p:nvSpPr>
        <p:spPr>
          <a:xfrm>
            <a:off x="7860311" y="0"/>
            <a:ext cx="411290" cy="6852920"/>
          </a:xfrm>
          <a:custGeom>
            <a:avLst/>
            <a:gdLst>
              <a:gd name="connsiteX0" fmla="*/ 3949002 w 3949002"/>
              <a:gd name="connsiteY0" fmla="*/ 0 h 6863024"/>
              <a:gd name="connsiteX1" fmla="*/ 3949002 w 3949002"/>
              <a:gd name="connsiteY1" fmla="*/ 803868 h 6863024"/>
              <a:gd name="connsiteX2" fmla="*/ 3758083 w 3949002"/>
              <a:gd name="connsiteY2" fmla="*/ 803868 h 6863024"/>
              <a:gd name="connsiteX3" fmla="*/ 3758083 w 3949002"/>
              <a:gd name="connsiteY3" fmla="*/ 6290268 h 6863024"/>
              <a:gd name="connsiteX4" fmla="*/ 0 w 3949002"/>
              <a:gd name="connsiteY4" fmla="*/ 6290268 h 6863024"/>
              <a:gd name="connsiteX5" fmla="*/ 0 w 3949002"/>
              <a:gd name="connsiteY5" fmla="*/ 6863024 h 6863024"/>
              <a:gd name="connsiteX0" fmla="*/ 3949002 w 3949002"/>
              <a:gd name="connsiteY0" fmla="*/ 0 h 6863024"/>
              <a:gd name="connsiteX1" fmla="*/ 3949002 w 3949002"/>
              <a:gd name="connsiteY1" fmla="*/ 803868 h 6863024"/>
              <a:gd name="connsiteX2" fmla="*/ 3758083 w 3949002"/>
              <a:gd name="connsiteY2" fmla="*/ 803868 h 6863024"/>
              <a:gd name="connsiteX3" fmla="*/ 3758083 w 3949002"/>
              <a:gd name="connsiteY3" fmla="*/ 6290268 h 6863024"/>
              <a:gd name="connsiteX4" fmla="*/ 3486912 w 3949002"/>
              <a:gd name="connsiteY4" fmla="*/ 6284168 h 6863024"/>
              <a:gd name="connsiteX5" fmla="*/ 0 w 3949002"/>
              <a:gd name="connsiteY5" fmla="*/ 6863024 h 6863024"/>
              <a:gd name="connsiteX0" fmla="*/ 462090 w 462090"/>
              <a:gd name="connsiteY0" fmla="*/ 0 h 6838622"/>
              <a:gd name="connsiteX1" fmla="*/ 462090 w 462090"/>
              <a:gd name="connsiteY1" fmla="*/ 803868 h 6838622"/>
              <a:gd name="connsiteX2" fmla="*/ 271171 w 462090"/>
              <a:gd name="connsiteY2" fmla="*/ 803868 h 6838622"/>
              <a:gd name="connsiteX3" fmla="*/ 271171 w 462090"/>
              <a:gd name="connsiteY3" fmla="*/ 6290268 h 6838622"/>
              <a:gd name="connsiteX4" fmla="*/ 0 w 462090"/>
              <a:gd name="connsiteY4" fmla="*/ 6284168 h 6838622"/>
              <a:gd name="connsiteX5" fmla="*/ 176784 w 462090"/>
              <a:gd name="connsiteY5" fmla="*/ 6838622 h 6838622"/>
              <a:gd name="connsiteX0" fmla="*/ 462090 w 462090"/>
              <a:gd name="connsiteY0" fmla="*/ 0 h 6869124"/>
              <a:gd name="connsiteX1" fmla="*/ 462090 w 462090"/>
              <a:gd name="connsiteY1" fmla="*/ 803868 h 6869124"/>
              <a:gd name="connsiteX2" fmla="*/ 271171 w 462090"/>
              <a:gd name="connsiteY2" fmla="*/ 803868 h 6869124"/>
              <a:gd name="connsiteX3" fmla="*/ 271171 w 462090"/>
              <a:gd name="connsiteY3" fmla="*/ 6290268 h 6869124"/>
              <a:gd name="connsiteX4" fmla="*/ 0 w 462090"/>
              <a:gd name="connsiteY4" fmla="*/ 6284168 h 6869124"/>
              <a:gd name="connsiteX5" fmla="*/ 48768 w 462090"/>
              <a:gd name="connsiteY5" fmla="*/ 6869124 h 6869124"/>
              <a:gd name="connsiteX0" fmla="*/ 474282 w 474282"/>
              <a:gd name="connsiteY0" fmla="*/ 0 h 6893526"/>
              <a:gd name="connsiteX1" fmla="*/ 474282 w 474282"/>
              <a:gd name="connsiteY1" fmla="*/ 803868 h 6893526"/>
              <a:gd name="connsiteX2" fmla="*/ 283363 w 474282"/>
              <a:gd name="connsiteY2" fmla="*/ 803868 h 6893526"/>
              <a:gd name="connsiteX3" fmla="*/ 283363 w 474282"/>
              <a:gd name="connsiteY3" fmla="*/ 6290268 h 6893526"/>
              <a:gd name="connsiteX4" fmla="*/ 12192 w 474282"/>
              <a:gd name="connsiteY4" fmla="*/ 6284168 h 6893526"/>
              <a:gd name="connsiteX5" fmla="*/ 0 w 474282"/>
              <a:gd name="connsiteY5" fmla="*/ 6893526 h 6893526"/>
              <a:gd name="connsiteX0" fmla="*/ 462090 w 462090"/>
              <a:gd name="connsiteY0" fmla="*/ 0 h 6857940"/>
              <a:gd name="connsiteX1" fmla="*/ 462090 w 462090"/>
              <a:gd name="connsiteY1" fmla="*/ 803868 h 6857940"/>
              <a:gd name="connsiteX2" fmla="*/ 271171 w 462090"/>
              <a:gd name="connsiteY2" fmla="*/ 803868 h 6857940"/>
              <a:gd name="connsiteX3" fmla="*/ 271171 w 462090"/>
              <a:gd name="connsiteY3" fmla="*/ 6290268 h 6857940"/>
              <a:gd name="connsiteX4" fmla="*/ 0 w 462090"/>
              <a:gd name="connsiteY4" fmla="*/ 6284168 h 6857940"/>
              <a:gd name="connsiteX5" fmla="*/ 51308 w 462090"/>
              <a:gd name="connsiteY5" fmla="*/ 6857940 h 6857940"/>
              <a:gd name="connsiteX0" fmla="*/ 411290 w 411290"/>
              <a:gd name="connsiteY0" fmla="*/ 0 h 6857940"/>
              <a:gd name="connsiteX1" fmla="*/ 411290 w 411290"/>
              <a:gd name="connsiteY1" fmla="*/ 803868 h 6857940"/>
              <a:gd name="connsiteX2" fmla="*/ 220371 w 411290"/>
              <a:gd name="connsiteY2" fmla="*/ 803868 h 6857940"/>
              <a:gd name="connsiteX3" fmla="*/ 220371 w 411290"/>
              <a:gd name="connsiteY3" fmla="*/ 6290268 h 6857940"/>
              <a:gd name="connsiteX4" fmla="*/ 0 w 411290"/>
              <a:gd name="connsiteY4" fmla="*/ 6286710 h 6857940"/>
              <a:gd name="connsiteX5" fmla="*/ 508 w 411290"/>
              <a:gd name="connsiteY5" fmla="*/ 6857940 h 6857940"/>
              <a:gd name="connsiteX0" fmla="*/ 411290 w 411290"/>
              <a:gd name="connsiteY0" fmla="*/ 0 h 6857940"/>
              <a:gd name="connsiteX1" fmla="*/ 411290 w 411290"/>
              <a:gd name="connsiteY1" fmla="*/ 803868 h 6857940"/>
              <a:gd name="connsiteX2" fmla="*/ 220371 w 411290"/>
              <a:gd name="connsiteY2" fmla="*/ 803868 h 6857940"/>
              <a:gd name="connsiteX3" fmla="*/ 220371 w 411290"/>
              <a:gd name="connsiteY3" fmla="*/ 6287727 h 6857940"/>
              <a:gd name="connsiteX4" fmla="*/ 0 w 411290"/>
              <a:gd name="connsiteY4" fmla="*/ 6286710 h 6857940"/>
              <a:gd name="connsiteX5" fmla="*/ 508 w 411290"/>
              <a:gd name="connsiteY5" fmla="*/ 6857940 h 68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290" h="6857940">
                <a:moveTo>
                  <a:pt x="411290" y="0"/>
                </a:moveTo>
                <a:lnTo>
                  <a:pt x="411290" y="803868"/>
                </a:lnTo>
                <a:lnTo>
                  <a:pt x="220371" y="803868"/>
                </a:lnTo>
                <a:lnTo>
                  <a:pt x="220371" y="6287727"/>
                </a:lnTo>
                <a:lnTo>
                  <a:pt x="0" y="6286710"/>
                </a:lnTo>
                <a:cubicBezTo>
                  <a:pt x="0" y="6477629"/>
                  <a:pt x="508" y="6667021"/>
                  <a:pt x="508" y="6857940"/>
                </a:cubicBez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93421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Af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8AE4EC54-72A3-5F0D-B5F5-E135504F4BB2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1362443" y="3526146"/>
            <a:ext cx="3517439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8C933-8D99-C8FC-F68C-667921E6065F}"/>
              </a:ext>
            </a:extLst>
          </p:cNvPr>
          <p:cNvSpPr/>
          <p:nvPr userDrawn="1"/>
        </p:nvSpPr>
        <p:spPr>
          <a:xfrm>
            <a:off x="11388625" y="605780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C01AB6E7-D76E-0F24-BA7E-20F599C15DC6}"/>
              </a:ext>
            </a:extLst>
          </p:cNvPr>
          <p:cNvSpPr>
            <a:spLocks noGrp="1"/>
          </p:cNvSpPr>
          <p:nvPr>
            <p:ph type="body" idx="38"/>
            <p:custDataLst>
              <p:tags r:id="rId3"/>
            </p:custDataLst>
          </p:nvPr>
        </p:nvSpPr>
        <p:spPr>
          <a:xfrm>
            <a:off x="1362443" y="3936540"/>
            <a:ext cx="3517439" cy="2336139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CC1942-E708-B225-9E77-E66CC2C93B96}"/>
              </a:ext>
            </a:extLst>
          </p:cNvPr>
          <p:cNvCxnSpPr>
            <a:cxnSpLocks/>
          </p:cNvCxnSpPr>
          <p:nvPr userDrawn="1"/>
        </p:nvCxnSpPr>
        <p:spPr>
          <a:xfrm>
            <a:off x="1362443" y="3918765"/>
            <a:ext cx="35172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B409B320-EF82-3EA9-0774-93463063E48A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4"/>
            </p:custDataLst>
          </p:nvPr>
        </p:nvSpPr>
        <p:spPr>
          <a:xfrm>
            <a:off x="7312120" y="3526146"/>
            <a:ext cx="3517439" cy="276999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F8AD82A8-F0C9-A339-454C-B155CB559B8D}"/>
              </a:ext>
            </a:extLst>
          </p:cNvPr>
          <p:cNvSpPr>
            <a:spLocks noGrp="1"/>
          </p:cNvSpPr>
          <p:nvPr>
            <p:ph type="body" idx="41"/>
            <p:custDataLst>
              <p:tags r:id="rId5"/>
            </p:custDataLst>
          </p:nvPr>
        </p:nvSpPr>
        <p:spPr>
          <a:xfrm>
            <a:off x="7312120" y="3936539"/>
            <a:ext cx="3517439" cy="23364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C5EEC2-6E6B-EBD6-748A-430218E545C9}"/>
              </a:ext>
            </a:extLst>
          </p:cNvPr>
          <p:cNvCxnSpPr>
            <a:cxnSpLocks/>
          </p:cNvCxnSpPr>
          <p:nvPr userDrawn="1"/>
        </p:nvCxnSpPr>
        <p:spPr>
          <a:xfrm>
            <a:off x="7312120" y="3918765"/>
            <a:ext cx="35172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33045AE1-5B1D-22D3-AB6F-A61E3163DA4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98949" y="1334776"/>
            <a:ext cx="11013296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ru-RU" dirty="0"/>
            </a:br>
            <a:endParaRPr lang="ru-RU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FED317-4779-EE12-0B70-9986D96B87CD}"/>
              </a:ext>
            </a:extLst>
          </p:cNvPr>
          <p:cNvSpPr/>
          <p:nvPr userDrawn="1"/>
        </p:nvSpPr>
        <p:spPr>
          <a:xfrm>
            <a:off x="5311643" y="3499336"/>
            <a:ext cx="1567999" cy="2773339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0292BDD-688C-5B1D-C80A-B6F7CBECDD26}"/>
              </a:ext>
            </a:extLst>
          </p:cNvPr>
          <p:cNvSpPr/>
          <p:nvPr userDrawn="1"/>
        </p:nvSpPr>
        <p:spPr>
          <a:xfrm rot="5400000">
            <a:off x="5778701" y="4642994"/>
            <a:ext cx="742668" cy="486022"/>
          </a:xfrm>
          <a:prstGeom prst="triangl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65496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DB304-7E5E-DA1E-806F-E20C54C59C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60F77-2519-06C6-7768-31CB3606B5B7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BC4B37-BA66-AFCD-4EBE-15C336D79B8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7535" y="1315085"/>
            <a:ext cx="11007090" cy="470898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6000" b="0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</a:t>
            </a:r>
            <a:endParaRPr lang="ru-RU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F69011F-9133-FB8E-0E7A-34E4C6BE7D86}"/>
              </a:ext>
            </a:extLst>
          </p:cNvPr>
          <p:cNvSpPr>
            <a:spLocks noGrp="1"/>
          </p:cNvSpPr>
          <p:nvPr>
            <p:ph type="body" idx="27"/>
            <p:custDataLst>
              <p:tags r:id="rId3"/>
            </p:custDataLst>
          </p:nvPr>
        </p:nvSpPr>
        <p:spPr>
          <a:xfrm>
            <a:off x="3179764" y="6041108"/>
            <a:ext cx="8424862" cy="232692"/>
          </a:xfrm>
        </p:spPr>
        <p:txBody>
          <a:bodyPr wrap="square" lIns="0" tIns="0" rIns="0" bIns="0" anchor="t" anchorCtr="0">
            <a:spAutoFit/>
          </a:bodyPr>
          <a:lstStyle>
            <a:lvl1pPr marL="0" indent="0" algn="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795A9A2D-3519-B393-87C9-7A61B25BEBD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9" t="33333" r="15570" b="20627"/>
          <a:stretch>
            <a:fillRect/>
          </a:stretch>
        </p:blipFill>
        <p:spPr>
          <a:xfrm>
            <a:off x="9907929" y="0"/>
            <a:ext cx="1932972" cy="129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1673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11010124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C330A6-E3B3-CFFF-01E3-03C81B855A8B}"/>
              </a:ext>
            </a:extLst>
          </p:cNvPr>
          <p:cNvSpPr/>
          <p:nvPr userDrawn="1"/>
        </p:nvSpPr>
        <p:spPr>
          <a:xfrm>
            <a:off x="11388625" y="6057800"/>
            <a:ext cx="216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D046303-2833-F369-8E45-047E005C546F}"/>
              </a:ext>
            </a:extLst>
          </p:cNvPr>
          <p:cNvSpPr>
            <a:spLocks noGrp="1"/>
          </p:cNvSpPr>
          <p:nvPr>
            <p:ph type="body" sz="quarter" idx="23"/>
            <p:custDataLst>
              <p:tags r:id="rId3"/>
            </p:custDataLst>
          </p:nvPr>
        </p:nvSpPr>
        <p:spPr>
          <a:xfrm>
            <a:off x="1362442" y="2167703"/>
            <a:ext cx="10242137" cy="4098316"/>
          </a:xfrm>
        </p:spPr>
        <p:txBody>
          <a:bodyPr lIns="0" tIns="216000" rIns="0" bIns="0" anchor="ctr" anchorCtr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1350">
                <a:solidFill>
                  <a:schemeClr val="bg1"/>
                </a:solidFill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350">
                <a:solidFill>
                  <a:schemeClr val="bg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350">
                <a:solidFill>
                  <a:schemeClr val="bg1"/>
                </a:solidFill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350">
                <a:solidFill>
                  <a:schemeClr val="bg1"/>
                </a:solidFill>
              </a:defRPr>
            </a:lvl4pPr>
            <a:lvl5pPr marL="2057400" indent="-228600">
              <a:buFont typeface="Courier New" panose="02070309020205020404" pitchFamily="49" charset="0"/>
              <a:buChar char="o"/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45D8CB6-F62E-9EE8-97B6-CDA4E6A9CB50}"/>
              </a:ext>
            </a:extLst>
          </p:cNvPr>
          <p:cNvSpPr/>
          <p:nvPr userDrawn="1"/>
        </p:nvSpPr>
        <p:spPr>
          <a:xfrm rot="10800000">
            <a:off x="11003280" y="0"/>
            <a:ext cx="1188720" cy="1188720"/>
          </a:xfrm>
          <a:custGeom>
            <a:avLst/>
            <a:gdLst>
              <a:gd name="connsiteX0" fmla="*/ 0 w 2371344"/>
              <a:gd name="connsiteY0" fmla="*/ 0 h 2340864"/>
              <a:gd name="connsiteX1" fmla="*/ 603504 w 2371344"/>
              <a:gd name="connsiteY1" fmla="*/ 0 h 2340864"/>
              <a:gd name="connsiteX2" fmla="*/ 603504 w 2371344"/>
              <a:gd name="connsiteY2" fmla="*/ 591312 h 2340864"/>
              <a:gd name="connsiteX3" fmla="*/ 1188720 w 2371344"/>
              <a:gd name="connsiteY3" fmla="*/ 591312 h 2340864"/>
              <a:gd name="connsiteX4" fmla="*/ 1188720 w 2371344"/>
              <a:gd name="connsiteY4" fmla="*/ 1188720 h 2340864"/>
              <a:gd name="connsiteX5" fmla="*/ 1767840 w 2371344"/>
              <a:gd name="connsiteY5" fmla="*/ 1188720 h 2340864"/>
              <a:gd name="connsiteX6" fmla="*/ 1767840 w 2371344"/>
              <a:gd name="connsiteY6" fmla="*/ 1780032 h 2340864"/>
              <a:gd name="connsiteX7" fmla="*/ 2371344 w 2371344"/>
              <a:gd name="connsiteY7" fmla="*/ 1780032 h 2340864"/>
              <a:gd name="connsiteX8" fmla="*/ 2371344 w 2371344"/>
              <a:gd name="connsiteY8" fmla="*/ 2340864 h 2340864"/>
              <a:gd name="connsiteX0" fmla="*/ 0 w 2371344"/>
              <a:gd name="connsiteY0" fmla="*/ 0 h 1780032"/>
              <a:gd name="connsiteX1" fmla="*/ 603504 w 2371344"/>
              <a:gd name="connsiteY1" fmla="*/ 0 h 1780032"/>
              <a:gd name="connsiteX2" fmla="*/ 603504 w 2371344"/>
              <a:gd name="connsiteY2" fmla="*/ 591312 h 1780032"/>
              <a:gd name="connsiteX3" fmla="*/ 1188720 w 2371344"/>
              <a:gd name="connsiteY3" fmla="*/ 591312 h 1780032"/>
              <a:gd name="connsiteX4" fmla="*/ 1188720 w 2371344"/>
              <a:gd name="connsiteY4" fmla="*/ 1188720 h 1780032"/>
              <a:gd name="connsiteX5" fmla="*/ 1767840 w 2371344"/>
              <a:gd name="connsiteY5" fmla="*/ 1188720 h 1780032"/>
              <a:gd name="connsiteX6" fmla="*/ 1767840 w 2371344"/>
              <a:gd name="connsiteY6" fmla="*/ 1780032 h 1780032"/>
              <a:gd name="connsiteX7" fmla="*/ 2371344 w 2371344"/>
              <a:gd name="connsiteY7" fmla="*/ 1780032 h 1780032"/>
              <a:gd name="connsiteX0" fmla="*/ 0 w 1767840"/>
              <a:gd name="connsiteY0" fmla="*/ 0 h 1780032"/>
              <a:gd name="connsiteX1" fmla="*/ 603504 w 1767840"/>
              <a:gd name="connsiteY1" fmla="*/ 0 h 1780032"/>
              <a:gd name="connsiteX2" fmla="*/ 603504 w 1767840"/>
              <a:gd name="connsiteY2" fmla="*/ 591312 h 1780032"/>
              <a:gd name="connsiteX3" fmla="*/ 1188720 w 1767840"/>
              <a:gd name="connsiteY3" fmla="*/ 591312 h 1780032"/>
              <a:gd name="connsiteX4" fmla="*/ 1188720 w 1767840"/>
              <a:gd name="connsiteY4" fmla="*/ 1188720 h 1780032"/>
              <a:gd name="connsiteX5" fmla="*/ 1767840 w 1767840"/>
              <a:gd name="connsiteY5" fmla="*/ 1188720 h 1780032"/>
              <a:gd name="connsiteX6" fmla="*/ 1767840 w 1767840"/>
              <a:gd name="connsiteY6" fmla="*/ 1780032 h 1780032"/>
              <a:gd name="connsiteX0" fmla="*/ 0 w 1767840"/>
              <a:gd name="connsiteY0" fmla="*/ 0 h 1188720"/>
              <a:gd name="connsiteX1" fmla="*/ 603504 w 1767840"/>
              <a:gd name="connsiteY1" fmla="*/ 0 h 1188720"/>
              <a:gd name="connsiteX2" fmla="*/ 603504 w 1767840"/>
              <a:gd name="connsiteY2" fmla="*/ 591312 h 1188720"/>
              <a:gd name="connsiteX3" fmla="*/ 1188720 w 1767840"/>
              <a:gd name="connsiteY3" fmla="*/ 591312 h 1188720"/>
              <a:gd name="connsiteX4" fmla="*/ 1188720 w 1767840"/>
              <a:gd name="connsiteY4" fmla="*/ 1188720 h 1188720"/>
              <a:gd name="connsiteX5" fmla="*/ 1767840 w 1767840"/>
              <a:gd name="connsiteY5" fmla="*/ 1188720 h 1188720"/>
              <a:gd name="connsiteX0" fmla="*/ 0 w 1813749"/>
              <a:gd name="connsiteY0" fmla="*/ 0 h 1200936"/>
              <a:gd name="connsiteX1" fmla="*/ 603504 w 1813749"/>
              <a:gd name="connsiteY1" fmla="*/ 0 h 1200936"/>
              <a:gd name="connsiteX2" fmla="*/ 603504 w 1813749"/>
              <a:gd name="connsiteY2" fmla="*/ 591312 h 1200936"/>
              <a:gd name="connsiteX3" fmla="*/ 1188720 w 1813749"/>
              <a:gd name="connsiteY3" fmla="*/ 591312 h 1200936"/>
              <a:gd name="connsiteX4" fmla="*/ 1188720 w 1813749"/>
              <a:gd name="connsiteY4" fmla="*/ 1188720 h 1200936"/>
              <a:gd name="connsiteX5" fmla="*/ 1767840 w 1813749"/>
              <a:gd name="connsiteY5" fmla="*/ 1188720 h 1200936"/>
              <a:gd name="connsiteX6" fmla="*/ 1777930 w 1813749"/>
              <a:gd name="connsiteY6" fmla="*/ 1200936 h 1200936"/>
              <a:gd name="connsiteX0" fmla="*/ 0 w 1767840"/>
              <a:gd name="connsiteY0" fmla="*/ 0 h 1188720"/>
              <a:gd name="connsiteX1" fmla="*/ 603504 w 1767840"/>
              <a:gd name="connsiteY1" fmla="*/ 0 h 1188720"/>
              <a:gd name="connsiteX2" fmla="*/ 603504 w 1767840"/>
              <a:gd name="connsiteY2" fmla="*/ 591312 h 1188720"/>
              <a:gd name="connsiteX3" fmla="*/ 1188720 w 1767840"/>
              <a:gd name="connsiteY3" fmla="*/ 591312 h 1188720"/>
              <a:gd name="connsiteX4" fmla="*/ 1188720 w 1767840"/>
              <a:gd name="connsiteY4" fmla="*/ 1188720 h 1188720"/>
              <a:gd name="connsiteX5" fmla="*/ 1767840 w 1767840"/>
              <a:gd name="connsiteY5" fmla="*/ 1188720 h 1188720"/>
              <a:gd name="connsiteX0" fmla="*/ 0 w 1188720"/>
              <a:gd name="connsiteY0" fmla="*/ 0 h 1188720"/>
              <a:gd name="connsiteX1" fmla="*/ 603504 w 1188720"/>
              <a:gd name="connsiteY1" fmla="*/ 0 h 1188720"/>
              <a:gd name="connsiteX2" fmla="*/ 603504 w 1188720"/>
              <a:gd name="connsiteY2" fmla="*/ 591312 h 1188720"/>
              <a:gd name="connsiteX3" fmla="*/ 1188720 w 1188720"/>
              <a:gd name="connsiteY3" fmla="*/ 591312 h 1188720"/>
              <a:gd name="connsiteX4" fmla="*/ 1188720 w 1188720"/>
              <a:gd name="connsiteY4" fmla="*/ 1188720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720" h="1188720">
                <a:moveTo>
                  <a:pt x="0" y="0"/>
                </a:moveTo>
                <a:lnTo>
                  <a:pt x="603504" y="0"/>
                </a:lnTo>
                <a:lnTo>
                  <a:pt x="603504" y="591312"/>
                </a:lnTo>
                <a:lnTo>
                  <a:pt x="1188720" y="591312"/>
                </a:lnTo>
                <a:lnTo>
                  <a:pt x="1188720" y="118872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18490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A7D4BBF-048A-20D5-16E5-68746DAD0E2E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1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5841D-B5E2-0A64-D739-5503E07F8FF2}"/>
              </a:ext>
            </a:extLst>
          </p:cNvPr>
          <p:cNvSpPr/>
          <p:nvPr userDrawn="1"/>
        </p:nvSpPr>
        <p:spPr>
          <a:xfrm rot="5400000">
            <a:off x="848428" y="353962"/>
            <a:ext cx="72000" cy="59410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13F781B-0827-1C68-A5D5-18681CA53D03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3985" y="1334776"/>
            <a:ext cx="8418253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3F035047-A65E-DBED-7A4A-ACEE21A2AF6B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593985" y="3959482"/>
            <a:ext cx="2016000" cy="2336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BF5FD07-3E07-8577-8E7C-766C04B8FBAC}"/>
              </a:ext>
            </a:extLst>
          </p:cNvPr>
          <p:cNvSpPr>
            <a:spLocks noGrp="1"/>
          </p:cNvSpPr>
          <p:nvPr>
            <p:ph type="body" idx="29"/>
            <p:custDataLst>
              <p:tags r:id="rId4"/>
            </p:custDataLst>
          </p:nvPr>
        </p:nvSpPr>
        <p:spPr>
          <a:xfrm>
            <a:off x="2843810" y="3957817"/>
            <a:ext cx="2016000" cy="2336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2051670E-E645-8B47-A550-5BE24AC6EB9E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9325" y="3090684"/>
            <a:ext cx="2016000" cy="831600"/>
          </a:xfrm>
        </p:spPr>
        <p:txBody>
          <a:bodyPr wrap="square" lIns="10800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1EEB8A68-BDDC-59F5-7FB8-F6E2FC0D47E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2839150" y="3090684"/>
            <a:ext cx="2016000" cy="831600"/>
          </a:xfrm>
        </p:spPr>
        <p:txBody>
          <a:bodyPr wrap="square" lIns="10800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C5581AEC-E805-E813-AB4E-49C04FBB5C95}"/>
              </a:ext>
            </a:extLst>
          </p:cNvPr>
          <p:cNvSpPr>
            <a:spLocks noGrp="1"/>
          </p:cNvSpPr>
          <p:nvPr>
            <p:ph type="body" idx="39"/>
            <p:custDataLst>
              <p:tags r:id="rId7"/>
            </p:custDataLst>
          </p:nvPr>
        </p:nvSpPr>
        <p:spPr>
          <a:xfrm>
            <a:off x="5093635" y="3957817"/>
            <a:ext cx="2016000" cy="2336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6FD8411E-C82C-5AFA-61AA-20708F8C8495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5088975" y="3090684"/>
            <a:ext cx="2016000" cy="831600"/>
          </a:xfrm>
        </p:spPr>
        <p:txBody>
          <a:bodyPr wrap="square" lIns="10800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6" name="Text Placeholder">
            <a:extLst>
              <a:ext uri="{FF2B5EF4-FFF2-40B4-BE49-F238E27FC236}">
                <a16:creationId xmlns:a16="http://schemas.microsoft.com/office/drawing/2014/main" id="{15B5C34B-DAC1-35C9-47DD-FD7553B94C9F}"/>
              </a:ext>
            </a:extLst>
          </p:cNvPr>
          <p:cNvSpPr>
            <a:spLocks noGrp="1"/>
          </p:cNvSpPr>
          <p:nvPr>
            <p:ph type="body" idx="45"/>
            <p:custDataLst>
              <p:tags r:id="rId9"/>
            </p:custDataLst>
          </p:nvPr>
        </p:nvSpPr>
        <p:spPr>
          <a:xfrm>
            <a:off x="9588625" y="3957817"/>
            <a:ext cx="2016000" cy="2336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27" name="Subtitle Placeholder">
            <a:extLst>
              <a:ext uri="{FF2B5EF4-FFF2-40B4-BE49-F238E27FC236}">
                <a16:creationId xmlns:a16="http://schemas.microsoft.com/office/drawing/2014/main" id="{EF08ED8C-7F43-7C16-8C03-13D340BE1BD8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0"/>
            </p:custDataLst>
          </p:nvPr>
        </p:nvSpPr>
        <p:spPr>
          <a:xfrm>
            <a:off x="9588625" y="3090684"/>
            <a:ext cx="2016000" cy="831600"/>
          </a:xfrm>
        </p:spPr>
        <p:txBody>
          <a:bodyPr wrap="square" lIns="10800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8" name="Text Placeholder">
            <a:extLst>
              <a:ext uri="{FF2B5EF4-FFF2-40B4-BE49-F238E27FC236}">
                <a16:creationId xmlns:a16="http://schemas.microsoft.com/office/drawing/2014/main" id="{F6B9ABD6-EACC-B38A-19C1-A5F30CBCD571}"/>
              </a:ext>
            </a:extLst>
          </p:cNvPr>
          <p:cNvSpPr>
            <a:spLocks noGrp="1"/>
          </p:cNvSpPr>
          <p:nvPr>
            <p:ph type="body" idx="48"/>
            <p:custDataLst>
              <p:tags r:id="rId11"/>
            </p:custDataLst>
          </p:nvPr>
        </p:nvSpPr>
        <p:spPr>
          <a:xfrm>
            <a:off x="7338800" y="3957817"/>
            <a:ext cx="2016000" cy="2336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29" name="Subtitle Placeholder">
            <a:extLst>
              <a:ext uri="{FF2B5EF4-FFF2-40B4-BE49-F238E27FC236}">
                <a16:creationId xmlns:a16="http://schemas.microsoft.com/office/drawing/2014/main" id="{CDB6FB8B-4978-1310-283A-DD131714BA0E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2"/>
            </p:custDataLst>
          </p:nvPr>
        </p:nvSpPr>
        <p:spPr>
          <a:xfrm>
            <a:off x="7338800" y="3090684"/>
            <a:ext cx="2016000" cy="831600"/>
          </a:xfrm>
        </p:spPr>
        <p:txBody>
          <a:bodyPr wrap="square" lIns="10800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 spc="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C01E6F96-B8F2-A07E-74DE-364E3BF3A0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20621"/>
          <a:stretch>
            <a:fillRect/>
          </a:stretch>
        </p:blipFill>
        <p:spPr>
          <a:xfrm>
            <a:off x="9361131" y="0"/>
            <a:ext cx="2494843" cy="176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910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89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6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66" Type="http://schemas.openxmlformats.org/officeDocument/2006/relationships/tags" Target="../tags/tag2.xml"/><Relationship Id="rId5" Type="http://schemas.openxmlformats.org/officeDocument/2006/relationships/slideLayout" Target="../slideLayouts/slideLayout16.xml"/><Relationship Id="rId61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64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70.xml"/><Relationship Id="rId67" Type="http://schemas.openxmlformats.org/officeDocument/2006/relationships/image" Target="../media/image1.jpeg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65" Type="http://schemas.openxmlformats.org/officeDocument/2006/relationships/tags" Target="../tags/tag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DC515CF-1C3F-949F-77E4-EFF6835C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7D4FDCB-4796-7C27-EF23-9B345D82E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EC882C9-63B9-CF24-F909-27B3C4EC3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1293E-8E5B-45CE-960B-3FDCD81969DE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2570C-CFA9-6211-90B6-17CA947804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C8009E3-EB4F-07CD-20D5-B7430AE84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267DA-E48E-4ACA-BBB5-EDB5EC296BC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315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  <p:custDataLst>
              <p:tags r:id="rId65"/>
            </p:custDataLst>
          </p:nvPr>
        </p:nvSpPr>
        <p:spPr>
          <a:xfrm>
            <a:off x="597207" y="566333"/>
            <a:ext cx="1100741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  <p:custDataLst>
              <p:tags r:id="rId66"/>
            </p:custDataLst>
          </p:nvPr>
        </p:nvSpPr>
        <p:spPr>
          <a:xfrm>
            <a:off x="597207" y="1825625"/>
            <a:ext cx="11007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25" y="6377199"/>
            <a:ext cx="1772000" cy="4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06" r:id="rId3"/>
    <p:sldLayoutId id="2147484008" r:id="rId4"/>
    <p:sldLayoutId id="2147484009" r:id="rId5"/>
    <p:sldLayoutId id="2147484010" r:id="rId6"/>
    <p:sldLayoutId id="2147484011" r:id="rId7"/>
    <p:sldLayoutId id="2147484017" r:id="rId8"/>
    <p:sldLayoutId id="2147484012" r:id="rId9"/>
    <p:sldLayoutId id="2147484014" r:id="rId10"/>
    <p:sldLayoutId id="2147484018" r:id="rId11"/>
    <p:sldLayoutId id="2147484015" r:id="rId12"/>
    <p:sldLayoutId id="2147484020" r:id="rId13"/>
    <p:sldLayoutId id="2147484021" r:id="rId14"/>
    <p:sldLayoutId id="2147484019" r:id="rId15"/>
    <p:sldLayoutId id="2147484023" r:id="rId16"/>
    <p:sldLayoutId id="2147484024" r:id="rId17"/>
    <p:sldLayoutId id="2147484026" r:id="rId18"/>
    <p:sldLayoutId id="2147484027" r:id="rId19"/>
    <p:sldLayoutId id="2147484028" r:id="rId20"/>
    <p:sldLayoutId id="2147484029" r:id="rId21"/>
    <p:sldLayoutId id="2147484030" r:id="rId22"/>
    <p:sldLayoutId id="2147484031" r:id="rId23"/>
    <p:sldLayoutId id="2147484032" r:id="rId24"/>
    <p:sldLayoutId id="2147484033" r:id="rId25"/>
    <p:sldLayoutId id="2147484034" r:id="rId26"/>
    <p:sldLayoutId id="2147484036" r:id="rId27"/>
    <p:sldLayoutId id="2147484035" r:id="rId28"/>
    <p:sldLayoutId id="2147484038" r:id="rId29"/>
    <p:sldLayoutId id="2147484037" r:id="rId30"/>
    <p:sldLayoutId id="2147484039" r:id="rId31"/>
    <p:sldLayoutId id="2147484040" r:id="rId32"/>
    <p:sldLayoutId id="2147484041" r:id="rId33"/>
    <p:sldLayoutId id="2147484042" r:id="rId34"/>
    <p:sldLayoutId id="2147484043" r:id="rId35"/>
    <p:sldLayoutId id="2147484044" r:id="rId36"/>
    <p:sldLayoutId id="2147484045" r:id="rId37"/>
    <p:sldLayoutId id="2147484046" r:id="rId38"/>
    <p:sldLayoutId id="2147484048" r:id="rId39"/>
    <p:sldLayoutId id="2147484049" r:id="rId40"/>
    <p:sldLayoutId id="2147484050" r:id="rId41"/>
    <p:sldLayoutId id="2147484051" r:id="rId42"/>
    <p:sldLayoutId id="2147484052" r:id="rId43"/>
    <p:sldLayoutId id="2147484053" r:id="rId44"/>
    <p:sldLayoutId id="2147484055" r:id="rId45"/>
    <p:sldLayoutId id="2147484054" r:id="rId46"/>
    <p:sldLayoutId id="2147484056" r:id="rId47"/>
    <p:sldLayoutId id="2147484057" r:id="rId48"/>
    <p:sldLayoutId id="2147484058" r:id="rId49"/>
    <p:sldLayoutId id="2147484059" r:id="rId50"/>
    <p:sldLayoutId id="2147484060" r:id="rId51"/>
    <p:sldLayoutId id="2147484061" r:id="rId52"/>
    <p:sldLayoutId id="2147484062" r:id="rId53"/>
    <p:sldLayoutId id="2147484063" r:id="rId54"/>
    <p:sldLayoutId id="2147484064" r:id="rId55"/>
    <p:sldLayoutId id="2147484065" r:id="rId56"/>
    <p:sldLayoutId id="2147484067" r:id="rId57"/>
    <p:sldLayoutId id="2147484068" r:id="rId58"/>
    <p:sldLayoutId id="2147484069" r:id="rId59"/>
    <p:sldLayoutId id="2147484070" r:id="rId60"/>
    <p:sldLayoutId id="2147484071" r:id="rId61"/>
    <p:sldLayoutId id="2147484072" r:id="rId62"/>
    <p:sldLayoutId id="2147484073" r:id="rId6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68" userDrawn="1">
          <p15:clr>
            <a:srgbClr val="F26B43"/>
          </p15:clr>
        </p15:guide>
        <p15:guide id="6" orient="horz" pos="3952" userDrawn="1">
          <p15:clr>
            <a:srgbClr val="F26B43"/>
          </p15:clr>
        </p15:guide>
        <p15:guide id="12" pos="2003" userDrawn="1">
          <p15:clr>
            <a:srgbClr val="A4A3A4"/>
          </p15:clr>
        </p15:guide>
        <p15:guide id="13" pos="2139" userDrawn="1">
          <p15:clr>
            <a:srgbClr val="A4A3A4"/>
          </p15:clr>
        </p15:guide>
        <p15:guide id="14" pos="5541" userDrawn="1">
          <p15:clr>
            <a:srgbClr val="A4A3A4"/>
          </p15:clr>
        </p15:guide>
        <p15:guide id="15" pos="5677" userDrawn="1">
          <p15:clr>
            <a:srgbClr val="A4A3A4"/>
          </p15:clr>
        </p15:guide>
        <p15:guide id="16" pos="3772" userDrawn="1">
          <p15:clr>
            <a:srgbClr val="A4A3A4"/>
          </p15:clr>
        </p15:guide>
        <p15:guide id="17" pos="3908" userDrawn="1">
          <p15:clr>
            <a:srgbClr val="A4A3A4"/>
          </p15:clr>
        </p15:guide>
        <p15:guide id="18" pos="2593" userDrawn="1">
          <p15:clr>
            <a:srgbClr val="9FCC3B"/>
          </p15:clr>
        </p15:guide>
        <p15:guide id="19" pos="2729" userDrawn="1">
          <p15:clr>
            <a:srgbClr val="9FCC3B"/>
          </p15:clr>
        </p15:guide>
        <p15:guide id="20" pos="4951" userDrawn="1">
          <p15:clr>
            <a:srgbClr val="9FCC3B"/>
          </p15:clr>
        </p15:guide>
        <p15:guide id="21" pos="5087" userDrawn="1">
          <p15:clr>
            <a:srgbClr val="9FCC3B"/>
          </p15:clr>
        </p15:guide>
        <p15:guide id="22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82.xml"/><Relationship Id="rId2" Type="http://schemas.openxmlformats.org/officeDocument/2006/relationships/tags" Target="../tags/tag481.xml"/><Relationship Id="rId1" Type="http://schemas.openxmlformats.org/officeDocument/2006/relationships/tags" Target="../tags/tag480.xml"/><Relationship Id="rId5" Type="http://schemas.openxmlformats.org/officeDocument/2006/relationships/image" Target="../media/image36.jpeg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85.xml"/><Relationship Id="rId2" Type="http://schemas.openxmlformats.org/officeDocument/2006/relationships/tags" Target="../tags/tag484.xml"/><Relationship Id="rId1" Type="http://schemas.openxmlformats.org/officeDocument/2006/relationships/tags" Target="../tags/tag483.xml"/><Relationship Id="rId6" Type="http://schemas.openxmlformats.org/officeDocument/2006/relationships/image" Target="../media/image37.jpe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48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94.xml"/><Relationship Id="rId3" Type="http://schemas.openxmlformats.org/officeDocument/2006/relationships/tags" Target="../tags/tag489.xml"/><Relationship Id="rId7" Type="http://schemas.openxmlformats.org/officeDocument/2006/relationships/tags" Target="../tags/tag493.xml"/><Relationship Id="rId2" Type="http://schemas.openxmlformats.org/officeDocument/2006/relationships/tags" Target="../tags/tag488.xml"/><Relationship Id="rId1" Type="http://schemas.openxmlformats.org/officeDocument/2006/relationships/tags" Target="../tags/tag487.xml"/><Relationship Id="rId6" Type="http://schemas.openxmlformats.org/officeDocument/2006/relationships/tags" Target="../tags/tag492.xml"/><Relationship Id="rId5" Type="http://schemas.openxmlformats.org/officeDocument/2006/relationships/tags" Target="../tags/tag491.xml"/><Relationship Id="rId4" Type="http://schemas.openxmlformats.org/officeDocument/2006/relationships/tags" Target="../tags/tag490.xml"/><Relationship Id="rId9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97.xml"/><Relationship Id="rId2" Type="http://schemas.openxmlformats.org/officeDocument/2006/relationships/tags" Target="../tags/tag496.xml"/><Relationship Id="rId1" Type="http://schemas.openxmlformats.org/officeDocument/2006/relationships/tags" Target="../tags/tag495.xml"/><Relationship Id="rId6" Type="http://schemas.openxmlformats.org/officeDocument/2006/relationships/image" Target="../media/image37.jpe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49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06.xml"/><Relationship Id="rId3" Type="http://schemas.openxmlformats.org/officeDocument/2006/relationships/tags" Target="../tags/tag501.xml"/><Relationship Id="rId7" Type="http://schemas.openxmlformats.org/officeDocument/2006/relationships/tags" Target="../tags/tag505.xml"/><Relationship Id="rId2" Type="http://schemas.openxmlformats.org/officeDocument/2006/relationships/tags" Target="../tags/tag500.xml"/><Relationship Id="rId1" Type="http://schemas.openxmlformats.org/officeDocument/2006/relationships/tags" Target="../tags/tag499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9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14.xml"/><Relationship Id="rId3" Type="http://schemas.openxmlformats.org/officeDocument/2006/relationships/tags" Target="../tags/tag509.xml"/><Relationship Id="rId7" Type="http://schemas.openxmlformats.org/officeDocument/2006/relationships/tags" Target="../tags/tag513.xml"/><Relationship Id="rId2" Type="http://schemas.openxmlformats.org/officeDocument/2006/relationships/tags" Target="../tags/tag508.xml"/><Relationship Id="rId1" Type="http://schemas.openxmlformats.org/officeDocument/2006/relationships/tags" Target="../tags/tag507.xml"/><Relationship Id="rId6" Type="http://schemas.openxmlformats.org/officeDocument/2006/relationships/tags" Target="../tags/tag512.xml"/><Relationship Id="rId11" Type="http://schemas.openxmlformats.org/officeDocument/2006/relationships/slideLayout" Target="../slideLayouts/slideLayout27.xml"/><Relationship Id="rId5" Type="http://schemas.openxmlformats.org/officeDocument/2006/relationships/tags" Target="../tags/tag511.xml"/><Relationship Id="rId10" Type="http://schemas.openxmlformats.org/officeDocument/2006/relationships/tags" Target="../tags/tag516.xml"/><Relationship Id="rId4" Type="http://schemas.openxmlformats.org/officeDocument/2006/relationships/tags" Target="../tags/tag510.xml"/><Relationship Id="rId9" Type="http://schemas.openxmlformats.org/officeDocument/2006/relationships/tags" Target="../tags/tag5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C12924D-03E9-A88D-3552-A1F6BE1C3B5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Kondenzátory: Přehled</a:t>
            </a:r>
          </a:p>
        </p:txBody>
      </p:sp>
      <p:pic>
        <p:nvPicPr>
          <p:cNvPr id="2" name="Zástupný symbol obrázku 1">
            <a:extLst>
              <a:ext uri="{FF2B5EF4-FFF2-40B4-BE49-F238E27FC236}">
                <a16:creationId xmlns:a16="http://schemas.microsoft.com/office/drawing/2014/main" id="{A50A7F59-FC05-B403-34CB-7BC6369CBA6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342" r="342"/>
          <a:stretch>
            <a:fillRect/>
          </a:stretch>
        </p:blipFill>
        <p:spPr/>
      </p:pic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66DC4538-3708-EE48-E1D2-55933CA69F09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err="1"/>
              <a:t>Stručný</a:t>
            </a:r>
            <a:r>
              <a:rPr lang="en-US" dirty="0"/>
              <a:t> </a:t>
            </a:r>
            <a:r>
              <a:rPr lang="en-US" dirty="0" err="1"/>
              <a:t>náhled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kondenzátory</a:t>
            </a:r>
            <a:r>
              <a:rPr lang="en-US" dirty="0"/>
              <a:t>.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443CFD25-D54E-0FC5-BE6C-8EAB1923DA2D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CREATED BY: </a:t>
            </a:r>
            <a:r>
              <a:rPr lang="cs-CZ" dirty="0"/>
              <a:t>Škarda and Podpleský</a:t>
            </a:r>
            <a:endParaRPr lang="en-US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F487FEF3-9541-FE84-9CC2-A535D2ABF2BD}"/>
              </a:ext>
            </a:extLst>
          </p:cNvPr>
          <p:cNvSpPr/>
          <p:nvPr/>
        </p:nvSpPr>
        <p:spPr>
          <a:xfrm>
            <a:off x="9899650" y="6316980"/>
            <a:ext cx="353060" cy="469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D56E94EA-2B39-EC9F-0215-2E7931B4ECC7}"/>
              </a:ext>
            </a:extLst>
          </p:cNvPr>
          <p:cNvSpPr/>
          <p:nvPr/>
        </p:nvSpPr>
        <p:spPr>
          <a:xfrm>
            <a:off x="10266044" y="6365875"/>
            <a:ext cx="135255" cy="469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EECB99A8-433D-0A71-02E6-58B30437CF70}"/>
              </a:ext>
            </a:extLst>
          </p:cNvPr>
          <p:cNvSpPr/>
          <p:nvPr/>
        </p:nvSpPr>
        <p:spPr>
          <a:xfrm>
            <a:off x="10414633" y="6410324"/>
            <a:ext cx="403862" cy="4210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08DCC658-DED9-0A72-EEF4-5FEC23E5EDBB}"/>
              </a:ext>
            </a:extLst>
          </p:cNvPr>
          <p:cNvSpPr/>
          <p:nvPr/>
        </p:nvSpPr>
        <p:spPr>
          <a:xfrm>
            <a:off x="10831829" y="6431280"/>
            <a:ext cx="360046" cy="3800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AABC7CE2-9C4F-3DBF-BA44-FB69B0EA44A3}"/>
              </a:ext>
            </a:extLst>
          </p:cNvPr>
          <p:cNvSpPr/>
          <p:nvPr/>
        </p:nvSpPr>
        <p:spPr>
          <a:xfrm>
            <a:off x="11205208" y="6406833"/>
            <a:ext cx="403862" cy="3800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8CF2E890-862C-8A7D-0E16-EF6CFACEBECB}"/>
              </a:ext>
            </a:extLst>
          </p:cNvPr>
          <p:cNvSpPr/>
          <p:nvPr/>
        </p:nvSpPr>
        <p:spPr>
          <a:xfrm>
            <a:off x="9481619" y="4719693"/>
            <a:ext cx="2673752" cy="21383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A46B1FC-7DD5-EAD5-126F-B689B0BA2F6F}"/>
              </a:ext>
            </a:extLst>
          </p:cNvPr>
          <p:cNvSpPr/>
          <p:nvPr/>
        </p:nvSpPr>
        <p:spPr>
          <a:xfrm>
            <a:off x="9481619" y="4719693"/>
            <a:ext cx="2673752" cy="21383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49445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72C02A-08F5-6A36-D2F4-F0F630F5C55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cs-CZ" dirty="0"/>
              <a:t>Úvodní Kontext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CFE8385-3018-4F99-9D2B-F888059365D4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cs-CZ"/>
              <a:t>Co jsou kondenzátory?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84A64BB-C8ED-8681-37AB-A16A7CD7804B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cs-CZ"/>
              <a:t>Kondenzátory: Přehled</a:t>
            </a:r>
          </a:p>
        </p:txBody>
      </p:sp>
      <p:pic>
        <p:nvPicPr>
          <p:cNvPr id="7" name="Zástupný symbol obrázku 6">
            <a:extLst>
              <a:ext uri="{FF2B5EF4-FFF2-40B4-BE49-F238E27FC236}">
                <a16:creationId xmlns:a16="http://schemas.microsoft.com/office/drawing/2014/main" id="{49A393D0-87C2-456E-8726-D2FD03BAAE6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t="309" b="309"/>
          <a:stretch>
            <a:fillRect/>
          </a:stretch>
        </p:blipFill>
        <p:spPr/>
      </p:pic>
      <p:sp>
        <p:nvSpPr>
          <p:cNvPr id="6" name="Zástupný text 5">
            <a:extLst>
              <a:ext uri="{FF2B5EF4-FFF2-40B4-BE49-F238E27FC236}">
                <a16:creationId xmlns:a16="http://schemas.microsoft.com/office/drawing/2014/main" id="{0451AD5B-AA70-7592-FA82-559AA6D3865D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cs-CZ"/>
              <a:t>Kondenzátory jsou pasivní elektrické komponenty, které ukládají elektrickou energii v elektrickém poli. Hrají klíčovou roli v mnoha elektronických obvodech.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A4E09A19-0CF7-38D8-2B45-E125625A7FE9}"/>
              </a:ext>
            </a:extLst>
          </p:cNvPr>
          <p:cNvSpPr/>
          <p:nvPr/>
        </p:nvSpPr>
        <p:spPr>
          <a:xfrm>
            <a:off x="9875520" y="6339840"/>
            <a:ext cx="1834896" cy="4632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8AD8873C-672F-06E3-1A38-D0273991E3AD}"/>
              </a:ext>
            </a:extLst>
          </p:cNvPr>
          <p:cNvSpPr/>
          <p:nvPr/>
        </p:nvSpPr>
        <p:spPr>
          <a:xfrm>
            <a:off x="9518248" y="2103"/>
            <a:ext cx="2673752" cy="21383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342C3B5F-A78C-1F03-3D1D-634F12630E18}"/>
              </a:ext>
            </a:extLst>
          </p:cNvPr>
          <p:cNvSpPr/>
          <p:nvPr/>
        </p:nvSpPr>
        <p:spPr>
          <a:xfrm>
            <a:off x="9492681" y="2102"/>
            <a:ext cx="2673752" cy="21383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473560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délník 10">
            <a:extLst>
              <a:ext uri="{FF2B5EF4-FFF2-40B4-BE49-F238E27FC236}">
                <a16:creationId xmlns:a16="http://schemas.microsoft.com/office/drawing/2014/main" id="{CDF1AA0A-36DA-4BD4-BD76-ED3BEFD25AF8}"/>
              </a:ext>
            </a:extLst>
          </p:cNvPr>
          <p:cNvSpPr/>
          <p:nvPr/>
        </p:nvSpPr>
        <p:spPr>
          <a:xfrm>
            <a:off x="11169972" y="579015"/>
            <a:ext cx="215999" cy="215999"/>
          </a:xfrm>
          <a:prstGeom prst="rect">
            <a:avLst/>
          </a:prstGeom>
          <a:solidFill>
            <a:srgbClr val="F72610">
              <a:alpha val="100000"/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9E3E278A-F5CA-4FE7-A8DA-645872F62AC9}"/>
              </a:ext>
            </a:extLst>
          </p:cNvPr>
          <p:cNvSpPr/>
          <p:nvPr/>
        </p:nvSpPr>
        <p:spPr>
          <a:xfrm>
            <a:off x="848428" y="353961"/>
            <a:ext cx="72000" cy="594106"/>
          </a:xfrm>
          <a:prstGeom prst="rect">
            <a:avLst/>
          </a:prstGeom>
          <a:solidFill>
            <a:srgbClr val="F72610">
              <a:alpha val="100000"/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cs-CZ"/>
          </a:p>
        </p:txBody>
      </p:sp>
      <p:graphicFrame>
        <p:nvGraphicFramePr>
          <p:cNvPr id="2" name="Table 0"/>
          <p:cNvGraphicFramePr>
            <a:graphicFrameLocks noGrp="1"/>
          </p:cNvGraphicFramePr>
          <p:nvPr/>
        </p:nvGraphicFramePr>
        <p:xfrm>
          <a:off x="3608832" y="2304288"/>
          <a:ext cx="7997952" cy="3986784"/>
        </p:xfrm>
        <a:graphic>
          <a:graphicData uri="http://schemas.openxmlformats.org/drawingml/2006/table">
            <a:tbl>
              <a:tblPr/>
              <a:tblGrid>
                <a:gridCol w="3998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66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 (Body)" pitchFamily="34" charset="0"/>
                          <a:ea typeface="Calibri (Body)" pitchFamily="34" charset="-122"/>
                          <a:cs typeface="Calibri (Body)" pitchFamily="34" charset="-120"/>
                        </a:rPr>
                        <a:t>Části</a:t>
                      </a:r>
                      <a:endParaRPr lang="en-US" sz="1800" dirty="0">
                        <a:latin typeface="Calibri (Body)" charset="0"/>
                        <a:ea typeface="Calibri (Body)" charset="0"/>
                        <a:cs typeface="Calibri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26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 (Body)" pitchFamily="34" charset="0"/>
                          <a:ea typeface="Calibri (Body)" pitchFamily="34" charset="-122"/>
                          <a:cs typeface="Calibri (Body)" pitchFamily="34" charset="-120"/>
                        </a:rPr>
                        <a:t>Funkce</a:t>
                      </a:r>
                      <a:endParaRPr lang="en-US" sz="1800" dirty="0">
                        <a:latin typeface="Calibri (Body)" charset="0"/>
                        <a:ea typeface="Calibri (Body)" charset="0"/>
                        <a:cs typeface="Calibri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26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6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Desky</a:t>
                      </a:r>
                      <a:endParaRPr lang="en-US" sz="1400" dirty="0"/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Ukládání náboje</a:t>
                      </a:r>
                      <a:endParaRPr lang="en-US" sz="1400" dirty="0"/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6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Dielektrikum</a:t>
                      </a:r>
                      <a:endParaRPr lang="en-US" sz="1400" dirty="0"/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Zvyšuje kapacitu</a:t>
                      </a:r>
                      <a:endParaRPr lang="en-US" sz="1400" dirty="0"/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66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Kapacita</a:t>
                      </a:r>
                      <a:endParaRPr lang="en-US" sz="1400" dirty="0"/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Měření uložené energie</a:t>
                      </a:r>
                      <a:endParaRPr lang="en-US" sz="1400" dirty="0"/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2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ovéPole 2">
            <a:extLst>
              <a:ext uri="{FF2B5EF4-FFF2-40B4-BE49-F238E27FC236}">
                <a16:creationId xmlns:a16="http://schemas.microsoft.com/office/drawing/2014/main" id="{203E961C-24BC-4E09-8242-79FBB0A03EB3}"/>
              </a:ext>
            </a:extLst>
          </p:cNvPr>
          <p:cNvSpPr txBox="1"/>
          <p:nvPr/>
        </p:nvSpPr>
        <p:spPr>
          <a:xfrm>
            <a:off x="598949" y="1334776"/>
            <a:ext cx="11005676" cy="73866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cs-CZ" sz="6000">
                <a:solidFill>
                  <a:srgbClr val="F8F6EA"/>
                </a:solidFill>
                <a:latin typeface="Impact"/>
              </a:rPr>
              <a:t>Teoretické Základy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7976790-D19F-4E97-9F35-795A37558774}"/>
              </a:ext>
            </a:extLst>
          </p:cNvPr>
          <p:cNvSpPr txBox="1"/>
          <p:nvPr/>
        </p:nvSpPr>
        <p:spPr>
          <a:xfrm>
            <a:off x="600773" y="2310234"/>
            <a:ext cx="2578989" cy="1977785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cs-CZ" sz="1350">
                <a:solidFill>
                  <a:srgbClr val="F8F6EA"/>
                </a:solidFill>
                <a:latin typeface="Calibri"/>
                <a:ea typeface="Calibri"/>
                <a:cs typeface="Calibri"/>
              </a:rPr>
              <a:t>Tato tabulka shrnuje základní komponenty kondenzátorů a jejich hlavní funkce v obvodech.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9F2A8AFC-3927-41AD-B1FB-63B476089F3A}"/>
              </a:ext>
            </a:extLst>
          </p:cNvPr>
          <p:cNvSpPr txBox="1"/>
          <p:nvPr/>
        </p:nvSpPr>
        <p:spPr>
          <a:xfrm>
            <a:off x="1362444" y="566928"/>
            <a:ext cx="4733556" cy="184665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cs-CZ" sz="1200" dirty="0">
                <a:solidFill>
                  <a:srgbClr val="7C7B75"/>
                </a:solidFill>
                <a:latin typeface="Calibri"/>
                <a:ea typeface="Calibri"/>
                <a:cs typeface="Calibri"/>
              </a:rPr>
              <a:t>Úvodní Kontext</a:t>
            </a:r>
          </a:p>
        </p:txBody>
      </p:sp>
      <p:cxnSp>
        <p:nvCxnSpPr>
          <p:cNvPr id="6" name="Přímá spojnice se šipkou 5">
            <a:extLst>
              <a:ext uri="{FF2B5EF4-FFF2-40B4-BE49-F238E27FC236}">
                <a16:creationId xmlns:a16="http://schemas.microsoft.com/office/drawing/2014/main" id="{DECC5F60-6D2B-4C10-8793-C5D2368CE872}"/>
              </a:ext>
            </a:extLst>
          </p:cNvPr>
          <p:cNvCxnSpPr/>
          <p:nvPr/>
        </p:nvCxnSpPr>
        <p:spPr>
          <a:xfrm>
            <a:off x="-6477" y="5697338"/>
            <a:ext cx="603504" cy="1270"/>
          </a:xfrm>
          <a:prstGeom prst="straightConnector1">
            <a:avLst/>
          </a:prstGeom>
          <a:ln w="12700" cap="flat" cmpd="sng" algn="ctr">
            <a:solidFill>
              <a:srgbClr val="F72610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Přímá spojnice se šipkou 6">
            <a:extLst>
              <a:ext uri="{FF2B5EF4-FFF2-40B4-BE49-F238E27FC236}">
                <a16:creationId xmlns:a16="http://schemas.microsoft.com/office/drawing/2014/main" id="{65D69480-18F4-48AB-8257-F1A5D0AABD0E}"/>
              </a:ext>
            </a:extLst>
          </p:cNvPr>
          <p:cNvCxnSpPr/>
          <p:nvPr/>
        </p:nvCxnSpPr>
        <p:spPr>
          <a:xfrm>
            <a:off x="591312" y="5697338"/>
            <a:ext cx="1270" cy="597599"/>
          </a:xfrm>
          <a:prstGeom prst="straightConnector1">
            <a:avLst/>
          </a:prstGeom>
          <a:ln w="12700" cap="flat" cmpd="sng" algn="ctr">
            <a:solidFill>
              <a:srgbClr val="F72610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římá spojnice se šipkou 7">
            <a:extLst>
              <a:ext uri="{FF2B5EF4-FFF2-40B4-BE49-F238E27FC236}">
                <a16:creationId xmlns:a16="http://schemas.microsoft.com/office/drawing/2014/main" id="{7ABD7433-8E15-43C3-BCD2-9E554160452E}"/>
              </a:ext>
            </a:extLst>
          </p:cNvPr>
          <p:cNvCxnSpPr/>
          <p:nvPr/>
        </p:nvCxnSpPr>
        <p:spPr>
          <a:xfrm>
            <a:off x="587519" y="6288650"/>
            <a:ext cx="590400" cy="1270"/>
          </a:xfrm>
          <a:prstGeom prst="straightConnector1">
            <a:avLst/>
          </a:prstGeom>
          <a:ln w="12700" cap="flat" cmpd="sng" algn="ctr">
            <a:solidFill>
              <a:srgbClr val="F72610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Přímá spojnice se šipkou 8">
            <a:extLst>
              <a:ext uri="{FF2B5EF4-FFF2-40B4-BE49-F238E27FC236}">
                <a16:creationId xmlns:a16="http://schemas.microsoft.com/office/drawing/2014/main" id="{194ABCD9-7FA2-4AF8-91A5-A093737A5E20}"/>
              </a:ext>
            </a:extLst>
          </p:cNvPr>
          <p:cNvCxnSpPr/>
          <p:nvPr/>
        </p:nvCxnSpPr>
        <p:spPr>
          <a:xfrm>
            <a:off x="1176528" y="6281420"/>
            <a:ext cx="1270" cy="578485"/>
          </a:xfrm>
          <a:prstGeom prst="straightConnector1">
            <a:avLst/>
          </a:prstGeom>
          <a:ln w="12700" cap="flat" cmpd="sng" algn="ctr">
            <a:solidFill>
              <a:srgbClr val="F72610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bdélník 11">
            <a:extLst>
              <a:ext uri="{FF2B5EF4-FFF2-40B4-BE49-F238E27FC236}">
                <a16:creationId xmlns:a16="http://schemas.microsoft.com/office/drawing/2014/main" id="{F3735380-0290-D376-D5C9-EB25C65AE075}"/>
              </a:ext>
            </a:extLst>
          </p:cNvPr>
          <p:cNvSpPr/>
          <p:nvPr/>
        </p:nvSpPr>
        <p:spPr>
          <a:xfrm>
            <a:off x="9875520" y="6339840"/>
            <a:ext cx="1834896" cy="4632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F8F6FA6D-ED51-8C4B-AEA3-154C705BA0F5}"/>
              </a:ext>
            </a:extLst>
          </p:cNvPr>
          <p:cNvSpPr/>
          <p:nvPr/>
        </p:nvSpPr>
        <p:spPr>
          <a:xfrm>
            <a:off x="11169972" y="579015"/>
            <a:ext cx="220344" cy="2203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7BE43E-0C97-E17A-A053-63E95BCC123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98949" y="1334776"/>
            <a:ext cx="8413288" cy="1477328"/>
          </a:xfrm>
        </p:spPr>
        <p:txBody>
          <a:bodyPr wrap="square" anchor="t">
            <a:normAutofit/>
          </a:bodyPr>
          <a:lstStyle/>
          <a:p>
            <a:r>
              <a:rPr lang="cs-CZ"/>
              <a:t>Využití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8C6C2DE-9467-5002-A499-82DCC911D2F0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>
          <a:xfrm>
            <a:off x="8796340" y="3381410"/>
            <a:ext cx="2808284" cy="553998"/>
          </a:xfrm>
        </p:spPr>
        <p:txBody>
          <a:bodyPr wrap="square" anchor="b">
            <a:normAutofit/>
          </a:bodyPr>
          <a:lstStyle/>
          <a:p>
            <a:r>
              <a:rPr lang="cs-CZ"/>
              <a:t>V dalších oborech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DDA3619-E0CB-BC37-BC58-605923B878F3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3"/>
            </p:custDataLst>
          </p:nvPr>
        </p:nvSpPr>
        <p:spPr>
          <a:xfrm>
            <a:off x="1362443" y="566302"/>
            <a:ext cx="4733557" cy="184666"/>
          </a:xfrm>
        </p:spPr>
        <p:txBody>
          <a:bodyPr wrap="square">
            <a:normAutofit/>
          </a:bodyPr>
          <a:lstStyle/>
          <a:p>
            <a:r>
              <a:rPr lang="cs-CZ" dirty="0"/>
              <a:t>Teoretické Základy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95E766A-7BE4-4224-6F77-0D088BE1B97C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>
          <a:xfrm>
            <a:off x="8796340" y="3938302"/>
            <a:ext cx="2808284" cy="2336400"/>
          </a:xfrm>
        </p:spPr>
        <p:txBody>
          <a:bodyPr wrap="square" anchor="t">
            <a:normAutofit/>
          </a:bodyPr>
          <a:lstStyle/>
          <a:p>
            <a:r>
              <a:rPr lang="cs-CZ"/>
              <a:t>Jejich aplikace nalezneme v autoelektronice, telekomunikacích a v medicíně.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2ADA326F-FF10-E383-CD62-266FE1B3BB51}"/>
              </a:ext>
            </a:extLst>
          </p:cNvPr>
          <p:cNvSpPr>
            <a:spLocks noGrp="1"/>
          </p:cNvSpPr>
          <p:nvPr>
            <p:ph type="body" idx="37"/>
            <p:custDataLst>
              <p:tags r:id="rId5"/>
            </p:custDataLst>
          </p:nvPr>
        </p:nvSpPr>
        <p:spPr>
          <a:xfrm>
            <a:off x="5049125" y="3381410"/>
            <a:ext cx="2808000" cy="553998"/>
          </a:xfrm>
        </p:spPr>
        <p:txBody>
          <a:bodyPr wrap="square" anchor="b">
            <a:normAutofit/>
          </a:bodyPr>
          <a:lstStyle/>
          <a:p>
            <a:r>
              <a:rPr lang="cs-CZ"/>
              <a:t>V průmyslu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BEF62A93-F934-5751-F440-45FB2991BEE1}"/>
              </a:ext>
            </a:extLst>
          </p:cNvPr>
          <p:cNvSpPr>
            <a:spLocks noGrp="1"/>
          </p:cNvSpPr>
          <p:nvPr>
            <p:ph type="body" idx="38"/>
            <p:custDataLst>
              <p:tags r:id="rId6"/>
            </p:custDataLst>
          </p:nvPr>
        </p:nvSpPr>
        <p:spPr>
          <a:xfrm>
            <a:off x="5052364" y="3938302"/>
            <a:ext cx="2808000" cy="2336400"/>
          </a:xfrm>
        </p:spPr>
        <p:txBody>
          <a:bodyPr wrap="square" anchor="t">
            <a:normAutofit/>
          </a:bodyPr>
          <a:lstStyle/>
          <a:p>
            <a:r>
              <a:rPr lang="cs-CZ"/>
              <a:t>Hrají důležitou roli v napájecích zdrojích, motorových řídicích obvodech a ve filtrech.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8B0EF075-AA84-93F0-4518-77ADD8285CB0}"/>
              </a:ext>
            </a:extLst>
          </p:cNvPr>
          <p:cNvSpPr>
            <a:spLocks noGrp="1"/>
          </p:cNvSpPr>
          <p:nvPr>
            <p:ph type="body" idx="39"/>
            <p:custDataLst>
              <p:tags r:id="rId7"/>
            </p:custDataLst>
          </p:nvPr>
        </p:nvSpPr>
        <p:spPr>
          <a:xfrm>
            <a:off x="1308388" y="3378516"/>
            <a:ext cx="2808000" cy="553998"/>
          </a:xfrm>
        </p:spPr>
        <p:txBody>
          <a:bodyPr wrap="square" anchor="b">
            <a:normAutofit/>
          </a:bodyPr>
          <a:lstStyle/>
          <a:p>
            <a:r>
              <a:rPr lang="cs-CZ"/>
              <a:t>V elektronice</a:t>
            </a:r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2439AB21-136A-4D8C-D38B-6EFA17ABFDDC}"/>
              </a:ext>
            </a:extLst>
          </p:cNvPr>
          <p:cNvSpPr>
            <a:spLocks noGrp="1"/>
          </p:cNvSpPr>
          <p:nvPr>
            <p:ph type="body" idx="40"/>
            <p:custDataLst>
              <p:tags r:id="rId8"/>
            </p:custDataLst>
          </p:nvPr>
        </p:nvSpPr>
        <p:spPr>
          <a:xfrm>
            <a:off x="1308388" y="3935408"/>
            <a:ext cx="2808000" cy="2336139"/>
          </a:xfrm>
        </p:spPr>
        <p:txBody>
          <a:bodyPr wrap="square" anchor="t">
            <a:normAutofit/>
          </a:bodyPr>
          <a:lstStyle/>
          <a:p>
            <a:r>
              <a:rPr lang="cs-CZ"/>
              <a:t>Kondenzátory se používají k vyhlazení napětí, ukládání energie a jako spojovací prvky v obvodech.</a:t>
            </a: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4DAA0167-2AD2-9A7E-80B7-D60FFE5C0513}"/>
              </a:ext>
            </a:extLst>
          </p:cNvPr>
          <p:cNvSpPr/>
          <p:nvPr/>
        </p:nvSpPr>
        <p:spPr>
          <a:xfrm>
            <a:off x="9875520" y="6339840"/>
            <a:ext cx="1834896" cy="4632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4A4088EC-4155-0C41-57E7-E6296B674362}"/>
              </a:ext>
            </a:extLst>
          </p:cNvPr>
          <p:cNvSpPr/>
          <p:nvPr/>
        </p:nvSpPr>
        <p:spPr>
          <a:xfrm>
            <a:off x="9258922" y="0"/>
            <a:ext cx="2673752" cy="21383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131BBB7B-57C4-AC71-B432-A303D48B3272}"/>
              </a:ext>
            </a:extLst>
          </p:cNvPr>
          <p:cNvSpPr/>
          <p:nvPr/>
        </p:nvSpPr>
        <p:spPr>
          <a:xfrm>
            <a:off x="9256822" y="32569"/>
            <a:ext cx="2673752" cy="21383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E1958A85-6893-92FA-BF78-320D58756606}"/>
              </a:ext>
            </a:extLst>
          </p:cNvPr>
          <p:cNvSpPr/>
          <p:nvPr/>
        </p:nvSpPr>
        <p:spPr>
          <a:xfrm>
            <a:off x="11384280" y="590550"/>
            <a:ext cx="220344" cy="2203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025356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0354F-252E-5C82-B4F9-E3B24F02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A2E697-3EE3-17C1-1026-A8CAABE745B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cs-CZ" dirty="0"/>
              <a:t>Výroba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53CCA95-F0FC-0A96-D621-79AF6ABC4EBD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cs-CZ"/>
              <a:t>Co jsou kondenzátory?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F6F0D42-00D8-15CD-34C8-D5B80E973F4C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cs-CZ" dirty="0"/>
              <a:t>Využití</a:t>
            </a:r>
          </a:p>
        </p:txBody>
      </p:sp>
      <p:pic>
        <p:nvPicPr>
          <p:cNvPr id="7" name="Zástupný symbol obrázku 6">
            <a:extLst>
              <a:ext uri="{FF2B5EF4-FFF2-40B4-BE49-F238E27FC236}">
                <a16:creationId xmlns:a16="http://schemas.microsoft.com/office/drawing/2014/main" id="{803A64F5-F4D1-2D42-B7B5-C4F24D1D68E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t="309" b="309"/>
          <a:stretch>
            <a:fillRect/>
          </a:stretch>
        </p:blipFill>
        <p:spPr/>
      </p:pic>
      <p:sp>
        <p:nvSpPr>
          <p:cNvPr id="6" name="Zástupný text 5">
            <a:extLst>
              <a:ext uri="{FF2B5EF4-FFF2-40B4-BE49-F238E27FC236}">
                <a16:creationId xmlns:a16="http://schemas.microsoft.com/office/drawing/2014/main" id="{13C41FE6-0FF8-13D4-1E4F-DDC5D0A1BACA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cs-CZ"/>
              <a:t>Kondenzátory jsou pasivní elektrické komponenty, které ukládají elektrickou energii v elektrickém poli. Hrají klíčovou roli v mnoha elektronických obvodech.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397DD479-8B83-293C-D8E9-212ABBC3EC03}"/>
              </a:ext>
            </a:extLst>
          </p:cNvPr>
          <p:cNvSpPr/>
          <p:nvPr/>
        </p:nvSpPr>
        <p:spPr>
          <a:xfrm>
            <a:off x="9875520" y="6339840"/>
            <a:ext cx="1834896" cy="4632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BF19706E-B8C0-67E2-4570-C1DF0B6F8EFA}"/>
              </a:ext>
            </a:extLst>
          </p:cNvPr>
          <p:cNvSpPr/>
          <p:nvPr/>
        </p:nvSpPr>
        <p:spPr>
          <a:xfrm>
            <a:off x="9518248" y="2103"/>
            <a:ext cx="2673752" cy="21383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6B460038-EE1E-2D4F-8BA4-96F2856AEC03}"/>
              </a:ext>
            </a:extLst>
          </p:cNvPr>
          <p:cNvSpPr/>
          <p:nvPr/>
        </p:nvSpPr>
        <p:spPr>
          <a:xfrm>
            <a:off x="9492681" y="2102"/>
            <a:ext cx="2673752" cy="21383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551822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>
            <a:extLst>
              <a:ext uri="{FF2B5EF4-FFF2-40B4-BE49-F238E27FC236}">
                <a16:creationId xmlns:a16="http://schemas.microsoft.com/office/drawing/2014/main" id="{A33DA09B-8958-4A76-815F-752F6FFB96D1}"/>
              </a:ext>
            </a:extLst>
          </p:cNvPr>
          <p:cNvSpPr/>
          <p:nvPr/>
        </p:nvSpPr>
        <p:spPr>
          <a:xfrm>
            <a:off x="7643713" y="6059384"/>
            <a:ext cx="215999" cy="215999"/>
          </a:xfrm>
          <a:prstGeom prst="rect">
            <a:avLst/>
          </a:prstGeom>
          <a:solidFill>
            <a:srgbClr val="F72610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D38BF986-8135-4F7E-9EF6-01985B208F02}"/>
              </a:ext>
            </a:extLst>
          </p:cNvPr>
          <p:cNvSpPr/>
          <p:nvPr/>
        </p:nvSpPr>
        <p:spPr>
          <a:xfrm>
            <a:off x="848428" y="353961"/>
            <a:ext cx="72000" cy="594106"/>
          </a:xfrm>
          <a:prstGeom prst="rect">
            <a:avLst/>
          </a:prstGeom>
          <a:solidFill>
            <a:srgbClr val="F72610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cs-CZ"/>
          </a:p>
        </p:txBody>
      </p:sp>
      <p:graphicFrame>
        <p:nvGraphicFramePr>
          <p:cNvPr id="2" name="Chart 0"/>
          <p:cNvGraphicFramePr/>
          <p:nvPr/>
        </p:nvGraphicFramePr>
        <p:xfrm>
          <a:off x="585216" y="1304544"/>
          <a:ext cx="5620512" cy="4974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ovéPole 2">
            <a:extLst>
              <a:ext uri="{FF2B5EF4-FFF2-40B4-BE49-F238E27FC236}">
                <a16:creationId xmlns:a16="http://schemas.microsoft.com/office/drawing/2014/main" id="{DBDF0AE4-0474-407B-8958-FF1E6E70A977}"/>
              </a:ext>
            </a:extLst>
          </p:cNvPr>
          <p:cNvSpPr txBox="1"/>
          <p:nvPr/>
        </p:nvSpPr>
        <p:spPr>
          <a:xfrm>
            <a:off x="6620509" y="1334776"/>
            <a:ext cx="4982066" cy="2215991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cs-CZ" sz="6000">
                <a:solidFill>
                  <a:srgbClr val="F8F6EA"/>
                </a:solidFill>
                <a:latin typeface="Impact"/>
              </a:rPr>
              <a:t>Výzkum a Data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7058511-C3F1-4DD8-A013-0AEF8604D08F}"/>
              </a:ext>
            </a:extLst>
          </p:cNvPr>
          <p:cNvSpPr txBox="1"/>
          <p:nvPr/>
        </p:nvSpPr>
        <p:spPr>
          <a:xfrm>
            <a:off x="8075611" y="3870791"/>
            <a:ext cx="3517439" cy="55399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b" anchorCtr="0">
            <a:spAutoFit/>
          </a:bodyPr>
          <a:lstStyle/>
          <a:p>
            <a:pPr algn="l"/>
            <a:r>
              <a:rPr lang="cs-CZ" b="1">
                <a:solidFill>
                  <a:srgbClr val="F72610"/>
                </a:solidFill>
                <a:latin typeface="Calibri"/>
                <a:ea typeface="Calibri"/>
                <a:cs typeface="Calibri"/>
              </a:rPr>
              <a:t>Statistiky kondenzátorů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1D096D99-27CD-4B53-ABFB-09AA3FB57579}"/>
              </a:ext>
            </a:extLst>
          </p:cNvPr>
          <p:cNvSpPr txBox="1"/>
          <p:nvPr/>
        </p:nvSpPr>
        <p:spPr>
          <a:xfrm>
            <a:off x="8075611" y="4427684"/>
            <a:ext cx="3517439" cy="183754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pl-PL" sz="1350" dirty="0">
                <a:solidFill>
                  <a:srgbClr val="F8F6EA"/>
                </a:solidFill>
                <a:latin typeface="Calibri"/>
                <a:ea typeface="Calibri"/>
                <a:cs typeface="Calibri"/>
              </a:rPr>
              <a:t>V roce 2020 bylo vyrobeno 30% kondenzátorů, v roce 2021 to vzrostlo na 40%, a v roce 2022 došlo k poklesu na 30%.</a:t>
            </a:r>
            <a:endParaRPr lang="cs-CZ" sz="1350" dirty="0">
              <a:solidFill>
                <a:srgbClr val="F8F6E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5E370EC-E7B9-4F1A-B88A-8BEB1BC1F13E}"/>
              </a:ext>
            </a:extLst>
          </p:cNvPr>
          <p:cNvSpPr txBox="1"/>
          <p:nvPr/>
        </p:nvSpPr>
        <p:spPr>
          <a:xfrm>
            <a:off x="1362443" y="566301"/>
            <a:ext cx="4733556" cy="184665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cs-CZ" sz="1200" dirty="0">
                <a:solidFill>
                  <a:srgbClr val="7C7B75"/>
                </a:solidFill>
                <a:latin typeface="Calibri"/>
                <a:ea typeface="Calibri"/>
                <a:cs typeface="Calibri"/>
              </a:rPr>
              <a:t>Výroba</a:t>
            </a:r>
          </a:p>
        </p:txBody>
      </p:sp>
      <p:cxnSp>
        <p:nvCxnSpPr>
          <p:cNvPr id="7" name="Přímá spojnice se šipkou 6">
            <a:extLst>
              <a:ext uri="{FF2B5EF4-FFF2-40B4-BE49-F238E27FC236}">
                <a16:creationId xmlns:a16="http://schemas.microsoft.com/office/drawing/2014/main" id="{E00879AF-2096-46F4-A7C8-A6CB03BBC785}"/>
              </a:ext>
            </a:extLst>
          </p:cNvPr>
          <p:cNvCxnSpPr/>
          <p:nvPr/>
        </p:nvCxnSpPr>
        <p:spPr>
          <a:xfrm>
            <a:off x="6415119" y="0"/>
            <a:ext cx="1270" cy="6858000"/>
          </a:xfrm>
          <a:prstGeom prst="straightConnector1">
            <a:avLst/>
          </a:prstGeom>
          <a:ln w="12700" cap="flat" cmpd="sng" algn="ctr">
            <a:solidFill>
              <a:srgbClr val="F72610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bdélník 9">
            <a:extLst>
              <a:ext uri="{FF2B5EF4-FFF2-40B4-BE49-F238E27FC236}">
                <a16:creationId xmlns:a16="http://schemas.microsoft.com/office/drawing/2014/main" id="{C0AE66B9-D4F1-91FD-9F56-96B7A1E785DE}"/>
              </a:ext>
            </a:extLst>
          </p:cNvPr>
          <p:cNvSpPr/>
          <p:nvPr/>
        </p:nvSpPr>
        <p:spPr>
          <a:xfrm>
            <a:off x="9875520" y="6339840"/>
            <a:ext cx="1834896" cy="4632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531A72EC-C8C7-6D75-FD85-180F723D9635}"/>
              </a:ext>
            </a:extLst>
          </p:cNvPr>
          <p:cNvSpPr/>
          <p:nvPr/>
        </p:nvSpPr>
        <p:spPr>
          <a:xfrm>
            <a:off x="11384280" y="590550"/>
            <a:ext cx="220344" cy="2203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364650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872AAE-F5C4-AD5F-ED45-95DED8FA912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cs-CZ"/>
              <a:t>Problémy a Výzvy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65930F0-2CEB-4FCC-2043-F395ABA3EA12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cs-CZ"/>
              <a:t>Omezení kapacit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974DFAC-7D77-293C-6BD8-A24BDCEBD98B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cs-CZ" dirty="0"/>
              <a:t>Výzkum a Data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EA4CA6A-CCCD-DCE8-5660-3BDBB349AED8}"/>
              </a:ext>
            </a:extLst>
          </p:cNvPr>
          <p:cNvSpPr>
            <a:spLocks noGrp="1"/>
          </p:cNvSpPr>
          <p:nvPr>
            <p:ph type="body" idx="3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cs-CZ"/>
              <a:t>Jednou z výzev je omezení kapacity a vliv na design elektronických zařízení.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89128590-FB14-CC39-DF82-04BF1C791B1F}"/>
              </a:ext>
            </a:extLst>
          </p:cNvPr>
          <p:cNvSpPr>
            <a:spLocks noGrp="1"/>
          </p:cNvSpPr>
          <p:nvPr>
            <p:ph type="body" idx="37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cs-CZ"/>
              <a:t>Environmentální dopady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367A90B8-C79F-72BC-B207-E61E33B0F0C7}"/>
              </a:ext>
            </a:extLst>
          </p:cNvPr>
          <p:cNvSpPr>
            <a:spLocks noGrp="1"/>
          </p:cNvSpPr>
          <p:nvPr>
            <p:ph type="body" idx="38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cs-CZ"/>
              <a:t>Výroba a likvidace kondenzátorů může mít negativní dopady na životní prostředí.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E753E74D-ED67-C971-1E2D-0E148F3509C2}"/>
              </a:ext>
            </a:extLst>
          </p:cNvPr>
          <p:cNvSpPr>
            <a:spLocks noGrp="1"/>
          </p:cNvSpPr>
          <p:nvPr>
            <p:ph type="body" idx="3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cs-CZ"/>
              <a:t>Frekvence poruch</a:t>
            </a:r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31E82D89-EE0D-957B-4681-1DC21400766F}"/>
              </a:ext>
            </a:extLst>
          </p:cNvPr>
          <p:cNvSpPr>
            <a:spLocks noGrp="1"/>
          </p:cNvSpPr>
          <p:nvPr>
            <p:ph type="body" idx="40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cs-CZ"/>
              <a:t>Kondenzátory mohou selhávat z důvodu přeplnění nebo nevhodného použití.</a:t>
            </a: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C5B763B8-6E32-6E66-4B70-E30FF24D2CD0}"/>
              </a:ext>
            </a:extLst>
          </p:cNvPr>
          <p:cNvSpPr/>
          <p:nvPr/>
        </p:nvSpPr>
        <p:spPr>
          <a:xfrm>
            <a:off x="9875520" y="6339840"/>
            <a:ext cx="1834896" cy="4632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00774D91-97F3-0A7E-1A04-B321A6C2A952}"/>
              </a:ext>
            </a:extLst>
          </p:cNvPr>
          <p:cNvSpPr/>
          <p:nvPr/>
        </p:nvSpPr>
        <p:spPr>
          <a:xfrm>
            <a:off x="11384280" y="590550"/>
            <a:ext cx="220344" cy="2203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82E0338F-249A-2C6A-4086-DA5ACEAEA096}"/>
              </a:ext>
            </a:extLst>
          </p:cNvPr>
          <p:cNvSpPr/>
          <p:nvPr/>
        </p:nvSpPr>
        <p:spPr>
          <a:xfrm>
            <a:off x="11384280" y="590550"/>
            <a:ext cx="220344" cy="2203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220301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03DE9A96-CA57-A0D2-57BA-0CA886B7D06E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cs-CZ" dirty="0"/>
              <a:t>Problémy a Výzvy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F2E68F5-1932-311E-9185-CBF791FEAD77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cs-CZ"/>
              <a:t>Budoucí trendy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AD96C5B-C25A-A312-C8D6-160D671D2C73}"/>
              </a:ext>
            </a:extLst>
          </p:cNvPr>
          <p:cNvSpPr>
            <a:spLocks noGrp="1"/>
          </p:cNvSpPr>
          <p:nvPr>
            <p:ph type="body" idx="3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cs-CZ"/>
              <a:t>Vzhled nových technologií a vzrůstající poptávka po efektivních produktech.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ADC1EC8-96FC-0435-1127-7F07624BF8E3}"/>
              </a:ext>
            </a:extLst>
          </p:cNvPr>
          <p:cNvSpPr>
            <a:spLocks noGrp="1"/>
          </p:cNvSpPr>
          <p:nvPr>
            <p:ph type="body" idx="37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cs-CZ" dirty="0"/>
              <a:t>Nové konstrukční přístupy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C72D76F9-03D6-EB02-3949-9F09502B2E27}"/>
              </a:ext>
            </a:extLst>
          </p:cNvPr>
          <p:cNvSpPr>
            <a:spLocks noGrp="1"/>
          </p:cNvSpPr>
          <p:nvPr>
            <p:ph type="body" idx="38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cs-CZ" dirty="0"/>
              <a:t>Inovace v designu pro zvýšení účinnosti.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7EE1575E-EDDA-5AAE-AFE8-02166ABBB672}"/>
              </a:ext>
            </a:extLst>
          </p:cNvPr>
          <p:cNvSpPr>
            <a:spLocks noGrp="1"/>
          </p:cNvSpPr>
          <p:nvPr>
            <p:ph type="body" idx="39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cs-CZ"/>
              <a:t>Mikroskopy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9619C123-38E9-EE3A-140B-CB63967EBD93}"/>
              </a:ext>
            </a:extLst>
          </p:cNvPr>
          <p:cNvSpPr>
            <a:spLocks noGrp="1"/>
          </p:cNvSpPr>
          <p:nvPr>
            <p:ph type="body" idx="4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cs-CZ"/>
              <a:t>Využití moderních mikroskopů pro výzkum a vývoj.</a:t>
            </a:r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2EAFC7DD-C409-46A0-B469-EAC8E4A88ABD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cs-CZ"/>
              <a:t>Pokročilé materiály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039E6220-D4DE-0F6B-F6A5-BC656F67046F}"/>
              </a:ext>
            </a:extLst>
          </p:cNvPr>
          <p:cNvSpPr>
            <a:spLocks noGrp="1"/>
          </p:cNvSpPr>
          <p:nvPr>
            <p:ph type="body" idx="4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cs-CZ"/>
              <a:t>Nové dielektrické materiály zvyšují výkon kondenzátorů.</a:t>
            </a:r>
          </a:p>
        </p:txBody>
      </p:sp>
      <p:sp>
        <p:nvSpPr>
          <p:cNvPr id="11" name="Nadpis 10">
            <a:extLst>
              <a:ext uri="{FF2B5EF4-FFF2-40B4-BE49-F238E27FC236}">
                <a16:creationId xmlns:a16="http://schemas.microsoft.com/office/drawing/2014/main" id="{A6B79470-5782-EEA6-44C8-7B1922E63678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cs-CZ"/>
              <a:t>Moderní Novinky</a:t>
            </a:r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ED79FF8A-0933-77F5-9EDB-A08F072665ED}"/>
              </a:ext>
            </a:extLst>
          </p:cNvPr>
          <p:cNvSpPr/>
          <p:nvPr/>
        </p:nvSpPr>
        <p:spPr>
          <a:xfrm>
            <a:off x="9875520" y="6339840"/>
            <a:ext cx="1834896" cy="4632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FBC0889-B425-E830-633A-F543F8C72BC4}"/>
              </a:ext>
            </a:extLst>
          </p:cNvPr>
          <p:cNvSpPr/>
          <p:nvPr/>
        </p:nvSpPr>
        <p:spPr>
          <a:xfrm>
            <a:off x="11384280" y="590550"/>
            <a:ext cx="220344" cy="2203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5311658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7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otterdam">
  <a:themeElements>
    <a:clrScheme name="Rotterdam RED">
      <a:dk1>
        <a:srgbClr val="000000"/>
      </a:dk1>
      <a:lt1>
        <a:srgbClr val="F8F6EA"/>
      </a:lt1>
      <a:dk2>
        <a:srgbClr val="000000"/>
      </a:dk2>
      <a:lt2>
        <a:srgbClr val="F8F6EA"/>
      </a:lt2>
      <a:accent1>
        <a:srgbClr val="F72610"/>
      </a:accent1>
      <a:accent2>
        <a:srgbClr val="7E7E7E"/>
      </a:accent2>
      <a:accent3>
        <a:srgbClr val="9E9E9E"/>
      </a:accent3>
      <a:accent4>
        <a:srgbClr val="BFBFBF"/>
      </a:accent4>
      <a:accent5>
        <a:srgbClr val="DFDFDF"/>
      </a:accent5>
      <a:accent6>
        <a:srgbClr val="F4F4F4"/>
      </a:accent6>
      <a:hlink>
        <a:srgbClr val="BFBFBF"/>
      </a:hlink>
      <a:folHlink>
        <a:srgbClr val="7E7E7E"/>
      </a:folHlink>
    </a:clrScheme>
    <a:fontScheme name="Rotterdam">
      <a:majorFont>
        <a:latin typeface="Impact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16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4A0D17A-7218-460C-9F8F-159F955DA672}">
  <we:reference id="wa200005566" version="3.0.0.3" store="cs-CZ" storeType="OMEX"/>
  <we:alternateReferences>
    <we:reference id="wa200005566" version="3.0.0.3" store="wa200005566" storeType="OMEX"/>
  </we:alternateReferences>
  <we:properties>
    <we:property name="theme" value="{&quot;name&quot;:&quot;Rotterdam&quot;,&quot;color&quot;:&quot;#F72610&quot;,&quot;colorPalette&quot;:[&quot;000000&quot;,&quot;F8F6EA&quot;,&quot;000000&quot;,&quot;F8F6EA&quot;,&quot;F72610&quot;,&quot;7E7E7E&quot;,&quot;9E9E9E&quot;,&quot;BFBFBF&quot;,&quot;DFDFDF&quot;,&quot;F4F4F4&quot;,&quot;BFBFBF&quot;,&quot;7E7E7E&quot;],&quot;previewImages&quot;:[&quot;https://cpp.appsdowonders.com/assets/SlideTitle-rotterdam.png&quot;,&quot;https://cpp.appsdowonders.com/assets/SlideAgenda-rotterdam.png&quot;,&quot;https://cpp.appsdowonders.com/assets/SlideTextbox1V1-rotterdam.png&quot;,&quot;https://cpp.appsdowonders.com/assets/SlideTextbox3V2-rotterdam.png&quot;,&quot;https://cpp.appsdowonders.com/assets/SlideTable-rotterdam.png&quot;,&quot;https://cpp.appsdowonders.com/assets/SlideTimelineV2-rotterdam.png&quot;],&quot;isDefault&quot;:true,&quot;previewAnimation&quot;:&quot;https://cpp.appsdowonders.com/assets/rotterdam-preview.gif&quot;,&quot;index&quot;:0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280</Words>
  <Application>Microsoft Office PowerPoint</Application>
  <PresentationFormat>Širokoúhlá obrazovka</PresentationFormat>
  <Paragraphs>54</Paragraphs>
  <Slides>8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8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(Body)</vt:lpstr>
      <vt:lpstr>Courier New</vt:lpstr>
      <vt:lpstr>Impact</vt:lpstr>
      <vt:lpstr>Wingdings</vt:lpstr>
      <vt:lpstr>Motiv Office</vt:lpstr>
      <vt:lpstr>Rotterdam</vt:lpstr>
      <vt:lpstr>Kondenzátory: Přehled</vt:lpstr>
      <vt:lpstr>Úvodní Kontext</vt:lpstr>
      <vt:lpstr>Prezentace aplikace PowerPoint</vt:lpstr>
      <vt:lpstr>Využití</vt:lpstr>
      <vt:lpstr>Výroba</vt:lpstr>
      <vt:lpstr>Prezentace aplikace PowerPoint</vt:lpstr>
      <vt:lpstr>Problémy a Výzvy</vt:lpstr>
      <vt:lpstr>Moderní Novinky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Tomaš Podpleský</dc:creator>
  <cp:lastModifiedBy>Tomaš Podpleský</cp:lastModifiedBy>
  <cp:revision>1</cp:revision>
  <dcterms:created xsi:type="dcterms:W3CDTF">2025-11-13T12:38:28Z</dcterms:created>
  <dcterms:modified xsi:type="dcterms:W3CDTF">2025-11-13T13:17:11Z</dcterms:modified>
</cp:coreProperties>
</file>