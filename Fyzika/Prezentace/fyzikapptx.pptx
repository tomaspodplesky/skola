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9" r:id="rId7"/>
    <p:sldId id="258" r:id="rId8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F6523-FEC9-4513-90DC-534CC77DF90D}" v="84" dt="2023-11-08T16:09:32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 autoAdjust="0"/>
  </p:normalViewPr>
  <p:slideViewPr>
    <p:cSldViewPr snapToGrid="0">
      <p:cViewPr varScale="1">
        <p:scale>
          <a:sx n="115" d="100"/>
          <a:sy n="115" d="100"/>
        </p:scale>
        <p:origin x="40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9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EE18FA9B-3E06-41AF-BDF7-6710797097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0F9B942-99CF-4AC4-9F77-E625D2C71C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87BFE03-6DBA-49E6-A317-4432804FBEC6}" type="datetime1">
              <a:rPr lang="cs-CZ" smtClean="0"/>
              <a:t>08.11.2023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CAD4C1D-64AA-4DA1-8A75-FCF5ECA450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D886DA9-2A38-4F39-B33B-4F7B5E444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775EF03-110B-4710-A708-FEF1927612B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2321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713742-A566-45BE-A781-3B5FBABC313F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-CZ" noProof="0"/>
              <a:t>Kliknutím můžete upravit styl předlohy textů.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18CCA95-4F40-4CDD-BF1E-B8C9EB86EE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5662959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18CCA95-4F40-4CDD-BF1E-B8C9EB86EE73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18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Obdélník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rtlCol="0" anchor="t">
            <a:normAutofit/>
          </a:bodyPr>
          <a:lstStyle>
            <a:lvl1pPr algn="r">
              <a:defRPr sz="6000"/>
            </a:lvl1pPr>
          </a:lstStyle>
          <a:p>
            <a:pPr rtl="0"/>
            <a:r>
              <a:rPr lang="cs-CZ" dirty="0"/>
              <a:t>Kliknutím lze upravit styl.</a:t>
            </a:r>
            <a:endParaRPr lang="cs-CZ" noProof="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rtlCol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 noProof="0" dirty="0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D692C8-166F-46F8-8D08-4A012075BE6D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Ins="45720"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  <p:sp>
        <p:nvSpPr>
          <p:cNvPr id="13" name="Textové pole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24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24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87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délník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Obdélník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72C703-5797-4237-ABD6-69D9CA339F92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  <p:sp>
        <p:nvSpPr>
          <p:cNvPr id="7" name="Textové pole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02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délník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Obdélník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ové pole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2609873" y="3147254"/>
            <a:ext cx="7956560" cy="1424746"/>
          </a:xfrm>
        </p:spPr>
        <p:txBody>
          <a:bodyPr rtlCol="0" anchor="t">
            <a:normAutofit/>
          </a:bodyPr>
          <a:lstStyle>
            <a:lvl1pPr algn="r">
              <a:defRPr sz="3200"/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2773968" y="2268786"/>
            <a:ext cx="7791931" cy="878468"/>
          </a:xfrm>
        </p:spPr>
        <p:txBody>
          <a:bodyPr tIns="0" rtlCol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743DFF-4216-4004-A680-D277A7672395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63646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délník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Obdélník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2609873" y="805817"/>
            <a:ext cx="7950984" cy="1081705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2605374" y="2052116"/>
            <a:ext cx="3891960" cy="3997828"/>
          </a:xfrm>
        </p:spPr>
        <p:txBody>
          <a:bodyPr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666636" y="2052114"/>
            <a:ext cx="3894222" cy="3997829"/>
          </a:xfrm>
        </p:spPr>
        <p:txBody>
          <a:bodyPr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10276B-26B5-4768-96D3-480726683CD4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  <p:sp>
        <p:nvSpPr>
          <p:cNvPr id="10" name="Textové pole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05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délník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Obdélník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ové pole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2609873" y="805818"/>
            <a:ext cx="7956560" cy="1078348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2609285" y="2052115"/>
            <a:ext cx="3896467" cy="713818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2609285" y="2851331"/>
            <a:ext cx="3893623" cy="3071434"/>
          </a:xfrm>
        </p:spPr>
        <p:txBody>
          <a:bodyPr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666634" y="2052115"/>
            <a:ext cx="3899798" cy="713818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666635" y="2851331"/>
            <a:ext cx="3899798" cy="3071434"/>
          </a:xfrm>
        </p:spPr>
        <p:txBody>
          <a:bodyPr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39BD46-AF85-4549-984F-5654DBFD4F19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22361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délník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Obdélník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F85EBD-64A3-4FBF-96D4-98D598FB0015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  <p:sp>
        <p:nvSpPr>
          <p:cNvPr id="8" name="Textové pole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6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Obdélník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4A38E6-833B-4BD0-BEAA-C36995E991F8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92467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délník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Obdélník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ové pole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970323" y="1282451"/>
            <a:ext cx="2664361" cy="1903241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5120154" y="805818"/>
            <a:ext cx="5446278" cy="5244126"/>
          </a:xfrm>
        </p:spPr>
        <p:txBody>
          <a:bodyPr rtlCol="0" anchor="ctr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970322" y="3186154"/>
            <a:ext cx="2664361" cy="2386397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E40A7C-5DFC-40CA-A1A5-14DFEF4971EE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65036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délník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Obdélník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rtlCol="0"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10" name="Textové pole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971241" y="1282452"/>
            <a:ext cx="3970986" cy="1900473"/>
          </a:xfrm>
        </p:spPr>
        <p:txBody>
          <a:bodyPr rtlCol="0" anchor="b">
            <a:normAutofit/>
          </a:bodyPr>
          <a:lstStyle>
            <a:lvl1pPr algn="l">
              <a:defRPr sz="3200"/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970322" y="3182928"/>
            <a:ext cx="3971874" cy="2386394"/>
          </a:xfrm>
        </p:spPr>
        <p:txBody>
          <a:bodyPr rtlCol="0"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D9490D-D525-48B5-98DE-412B323850F6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74670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délník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Obdélník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ové pole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2611808" y="808056"/>
            <a:ext cx="7954091" cy="1077229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D9D053-93E4-4335-8E36-9E7701855245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6178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délník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Obdélník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ové pole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cs-CZ" sz="1800" noProof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cs-CZ" sz="1000" noProof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9239380" y="805818"/>
            <a:ext cx="1326519" cy="5244126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2608751" y="970410"/>
            <a:ext cx="6466903" cy="5079534"/>
          </a:xfrm>
        </p:spPr>
        <p:txBody>
          <a:bodyPr vert="eaVert"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79F06F-1CB6-4CF8-BD9B-22DB2E2DFE9C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16423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rázek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Obrázek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Obdélník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  <a:p>
            <a:pPr lvl="5" rtl="0"/>
            <a:r>
              <a:rPr lang="cs-CZ" noProof="0"/>
              <a:t>Šestá úroveň</a:t>
            </a:r>
          </a:p>
          <a:p>
            <a:pPr lvl="6" rtl="0"/>
            <a:r>
              <a:rPr lang="cs-CZ" noProof="0"/>
              <a:t>Sedmá úroveň</a:t>
            </a:r>
          </a:p>
          <a:p>
            <a:pPr lvl="7" rtl="0"/>
            <a:r>
              <a:rPr lang="cs-CZ" noProof="0"/>
              <a:t>Osmá úroveň</a:t>
            </a:r>
          </a:p>
          <a:p>
            <a:pPr lvl="8" rtl="0"/>
            <a:r>
              <a:rPr lang="cs-CZ" noProof="0"/>
              <a:t>Devátá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fld id="{815A2DA3-2193-44D1-8528-3B54FEA18701}" type="datetime1">
              <a:rPr lang="cs-CZ" noProof="0" smtClean="0"/>
              <a:t>08.11.2023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00CBFCC-E1FF-473E-BF42-70E7405CF173}" type="slidenum">
              <a:rPr lang="cs-CZ" noProof="0" smtClean="0"/>
              <a:t>‹#›</a:t>
            </a:fld>
            <a:endParaRPr lang="cs-CZ" noProof="0"/>
          </a:p>
        </p:txBody>
      </p:sp>
      <p:sp>
        <p:nvSpPr>
          <p:cNvPr id="57" name="Obdélník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17581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B28281-3783-403A-B1AB-0182A003D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r>
              <a:rPr lang="cs-CZ" dirty="0">
                <a:cs typeface="Arial"/>
              </a:rPr>
              <a:t>Laborky fyzika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4542EAC-8BF3-4BFD-9891-145BC4940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372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F4C528-16F1-A969-25C7-02B5252C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837" y="6265321"/>
            <a:ext cx="7958331" cy="1077229"/>
          </a:xfrm>
        </p:spPr>
        <p:txBody>
          <a:bodyPr/>
          <a:lstStyle/>
          <a:p>
            <a:r>
              <a:rPr lang="cs-CZ" dirty="0">
                <a:cs typeface="Arial"/>
              </a:rPr>
              <a:t>+</a:t>
            </a:r>
            <a:r>
              <a:rPr lang="cs-CZ" dirty="0" err="1">
                <a:cs typeface="Arial"/>
              </a:rPr>
              <a:t>matěj</a:t>
            </a:r>
            <a:r>
              <a:rPr lang="cs-CZ" dirty="0">
                <a:cs typeface="Arial"/>
              </a:rPr>
              <a:t>(hlavní fotograf)</a:t>
            </a:r>
            <a:endParaRPr lang="cs-CZ" dirty="0" err="1"/>
          </a:p>
        </p:txBody>
      </p:sp>
      <p:pic>
        <p:nvPicPr>
          <p:cNvPr id="4" name="Zástupný obsah 3" descr="Obsah obrázku text, snímek obrazovky, číslo, Písmo&#10;&#10;Popis se vygeneroval automaticky.">
            <a:extLst>
              <a:ext uri="{FF2B5EF4-FFF2-40B4-BE49-F238E27FC236}">
                <a16:creationId xmlns:a16="http://schemas.microsoft.com/office/drawing/2014/main" id="{E2EA2E41-5651-0A11-09DC-49D0A12E1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811" y="861556"/>
            <a:ext cx="5401235" cy="5146301"/>
          </a:xfrm>
        </p:spPr>
      </p:pic>
      <p:pic>
        <p:nvPicPr>
          <p:cNvPr id="5" name="Obrázek 4" descr="Obsah obrázku osoba, oblečení, interiér, zeď&#10;&#10;Popis se vygeneroval automaticky.">
            <a:extLst>
              <a:ext uri="{FF2B5EF4-FFF2-40B4-BE49-F238E27FC236}">
                <a16:creationId xmlns:a16="http://schemas.microsoft.com/office/drawing/2014/main" id="{EDF34959-2B2E-CAE5-FA3D-03D2AF37F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423" y="206189"/>
            <a:ext cx="3455242" cy="605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8FB43E-540C-6590-D714-A12E7029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Děkujeme za pozornost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E6FEC7-C803-5FF8-1041-83E5EBD08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618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7AE315-F5C4-53D9-CC61-24D97405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3574" y="124497"/>
            <a:ext cx="7958331" cy="1077229"/>
          </a:xfrm>
        </p:spPr>
        <p:txBody>
          <a:bodyPr/>
          <a:lstStyle/>
          <a:p>
            <a:r>
              <a:rPr lang="cs-CZ" dirty="0">
                <a:cs typeface="Arial"/>
              </a:rPr>
              <a:t>+bonus = fotky z </a:t>
            </a:r>
            <a:r>
              <a:rPr lang="cs-CZ" dirty="0" err="1">
                <a:cs typeface="Arial"/>
              </a:rPr>
              <a:t>inrtru</a:t>
            </a:r>
            <a:br>
              <a:rPr lang="cs-CZ" dirty="0">
                <a:cs typeface="Arial"/>
              </a:rPr>
            </a:br>
            <a:endParaRPr lang="cs-CZ"/>
          </a:p>
        </p:txBody>
      </p:sp>
      <p:pic>
        <p:nvPicPr>
          <p:cNvPr id="4" name="Zástupný obsah 3" descr="Obsah obrázku Lidská tvář, osoba, oblečení, úsměv&#10;&#10;Popis se vygeneroval automaticky.">
            <a:extLst>
              <a:ext uri="{FF2B5EF4-FFF2-40B4-BE49-F238E27FC236}">
                <a16:creationId xmlns:a16="http://schemas.microsoft.com/office/drawing/2014/main" id="{6AEE01DA-977C-6AA4-26EC-C232ACB12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23" y="2780499"/>
            <a:ext cx="2305597" cy="3997828"/>
          </a:xfrm>
        </p:spPr>
      </p:pic>
      <p:pic>
        <p:nvPicPr>
          <p:cNvPr id="5" name="Obrázek 4" descr="Obsah obrázku osoba, zeď, oblečení, interiér&#10;&#10;Popis se vygeneroval automaticky.">
            <a:extLst>
              <a:ext uri="{FF2B5EF4-FFF2-40B4-BE49-F238E27FC236}">
                <a16:creationId xmlns:a16="http://schemas.microsoft.com/office/drawing/2014/main" id="{FB733FE1-8F27-4EDA-07C0-2D88394BB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079" y="251013"/>
            <a:ext cx="3513578" cy="6311152"/>
          </a:xfrm>
          <a:prstGeom prst="rect">
            <a:avLst/>
          </a:prstGeom>
        </p:spPr>
      </p:pic>
      <p:pic>
        <p:nvPicPr>
          <p:cNvPr id="6" name="Obrázek 5" descr="Obsah obrázku koupelna, interiér, Vodovodní instalace, zeď&#10;&#10;Popis se vygeneroval automaticky.">
            <a:extLst>
              <a:ext uri="{FF2B5EF4-FFF2-40B4-BE49-F238E27FC236}">
                <a16:creationId xmlns:a16="http://schemas.microsoft.com/office/drawing/2014/main" id="{66D6F2A2-CA70-75F5-5955-04CAD2FEA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744491"/>
            <a:ext cx="2743200" cy="3643313"/>
          </a:xfrm>
          <a:prstGeom prst="rect">
            <a:avLst/>
          </a:prstGeom>
        </p:spPr>
      </p:pic>
      <p:pic>
        <p:nvPicPr>
          <p:cNvPr id="7" name="Obrázek 6" descr="Obsah obrázku jídlo, Rychlé občerstvení, Základní potraviny, přísada&#10;&#10;Popis se vygeneroval automaticky.">
            <a:extLst>
              <a:ext uri="{FF2B5EF4-FFF2-40B4-BE49-F238E27FC236}">
                <a16:creationId xmlns:a16="http://schemas.microsoft.com/office/drawing/2014/main" id="{6C13EB41-48D0-5854-C844-2FCE3A728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635" y="3242057"/>
            <a:ext cx="2743200" cy="3533944"/>
          </a:xfrm>
          <a:prstGeom prst="rect">
            <a:avLst/>
          </a:prstGeom>
        </p:spPr>
      </p:pic>
      <p:pic>
        <p:nvPicPr>
          <p:cNvPr id="8" name="Obrázek 7" descr="Obsah obrázku Lidská tvář, osoba, oblečení, muž&#10;&#10;Popis se vygeneroval automaticky.">
            <a:extLst>
              <a:ext uri="{FF2B5EF4-FFF2-40B4-BE49-F238E27FC236}">
                <a16:creationId xmlns:a16="http://schemas.microsoft.com/office/drawing/2014/main" id="{31508D3B-15C6-2C14-ACF8-75795AC62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576" y="3764456"/>
            <a:ext cx="2743200" cy="3094264"/>
          </a:xfrm>
          <a:prstGeom prst="rect">
            <a:avLst/>
          </a:prstGeom>
        </p:spPr>
      </p:pic>
      <p:pic>
        <p:nvPicPr>
          <p:cNvPr id="10" name="Obrázek 9" descr="Obsah obrázku osoba, Lidská tvář, oblečení, zeď&#10;&#10;Popis se vygeneroval automaticky.">
            <a:extLst>
              <a:ext uri="{FF2B5EF4-FFF2-40B4-BE49-F238E27FC236}">
                <a16:creationId xmlns:a16="http://schemas.microsoft.com/office/drawing/2014/main" id="{BB8EEDD6-804B-F9A3-AE73-F1C084EE2B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482" y="-157207"/>
            <a:ext cx="2743200" cy="358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38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B0F2AC-8567-4D03-BFFC-653DB596C52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50455F8-10A0-4EEF-9BB1-9035E295B1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2F7BF6-CD39-4568-B8BD-EA8D252E1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</Words>
  <Application>Microsoft Office PowerPoint</Application>
  <PresentationFormat>Širokoúhlá obrazovka</PresentationFormat>
  <Paragraphs>1</Paragraphs>
  <Slides>4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5" baseType="lpstr">
      <vt:lpstr>Madison</vt:lpstr>
      <vt:lpstr>Laborky fyzika</vt:lpstr>
      <vt:lpstr>+matěj(hlavní fotograf)</vt:lpstr>
      <vt:lpstr>Děkujeme za pozornost</vt:lpstr>
      <vt:lpstr>+bonus = fotky z inrtru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/>
  <cp:lastModifiedBy/>
  <cp:revision>37</cp:revision>
  <dcterms:created xsi:type="dcterms:W3CDTF">2023-11-08T15:30:20Z</dcterms:created>
  <dcterms:modified xsi:type="dcterms:W3CDTF">2023-11-08T16:10:01Z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