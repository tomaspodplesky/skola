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37BA0-DEDB-4785-AA61-2B899FAE266A}" v="348" dt="2023-11-05T22:27:52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6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C0DD2087-8C1A-4BE1-A926-50926FE8B4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8905216-1CDE-4E0D-9579-7977B03A00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1693B-FF72-448B-BACC-4AB25E7E08CC}" type="datetime1">
              <a:rPr lang="cs-CZ" smtClean="0"/>
              <a:t>05.11.2023</a:t>
            </a:fld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38C7488-BA8D-4052-B3C8-AFDB835662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CB89DE-FC13-47DB-BA0A-5A6E807CA1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AFC9F-C41D-4997-9957-C7934F6AFB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40234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775CC-2A3F-40A4-8094-5FC69FA39A75}" type="datetime1">
              <a:rPr lang="cs-CZ" smtClean="0"/>
              <a:pPr/>
              <a:t>05.11.2023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Po kliknutí můžete upravovat styly textu v předloze.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ACCAB-ED56-4FFC-B41A-5053C36070A1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6369250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ACCAB-ED56-4FFC-B41A-5053C36070A1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343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rtlCol="0" anchor="b">
            <a:normAutofit/>
          </a:bodyPr>
          <a:lstStyle>
            <a:lvl1pPr algn="l">
              <a:defRPr sz="66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66973D-BDDB-4971-8494-3304167DC152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15" name="Přímá spojnice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968A1C-F9A5-43B3-B031-B753F0F4D7A9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33" name="Přímá spojnice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 dirty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CC95D0-D536-4F4F-A83E-F890B82D391C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15" name="Přímá spojnice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EE04D0-9B61-4390-AD99-08DF99AF9E85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35" name="Přímá spojnice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 dirty="0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 dirty="0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96829B-5E7F-4A5F-A72C-AE26C3BBD8F9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29" name="Přímá spojnice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E5205C-75C4-4607-921D-AAF666C6CBBD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25" name="Přímá spojnice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434216-D698-4EC2-BB9A-83B174A192B2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 noProof="0" dirty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58146C-4DC9-4964-BF0A-05A42FCB4412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17" name="Přímá spojnice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kupina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Obdélník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bdélník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 noProof="0" dirty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7AC740C-09C7-4B65-84A6-C5C4D85B1B83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31" name="Přímá spojnice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AA8DBA-8401-41B2-9D7A-D27DDDCEDC19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26" name="Přímá spojnice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cs-CZ" noProof="0" dirty="0"/>
              <a:t>Po kliknutí můžete upravovat styly textu v předloze.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B243F8-1AD7-471A-8D17-14ED75B13303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cs-CZ" noProof="0" smtClean="0"/>
              <a:t>‹#›</a:t>
            </a:fld>
            <a:endParaRPr lang="cs-CZ" noProof="0"/>
          </a:p>
        </p:txBody>
      </p:sp>
      <p:cxnSp>
        <p:nvCxnSpPr>
          <p:cNvPr id="15" name="Přímá spojnice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Obrázek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331109C-9BC6-4F31-992D-D2E43DC42B1D}" type="datetime1">
              <a:rPr lang="cs-CZ" noProof="0" smtClean="0"/>
              <a:t>05.11.2023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6D22F896-40B5-4ADD-8801-0D06FADFA095}" type="slidenum">
              <a:rPr lang="cs-CZ" noProof="0" smtClean="0"/>
              <a:pPr rtl="0"/>
              <a:t>‹#›</a:t>
            </a:fld>
            <a:endParaRPr lang="cs-CZ" noProof="0"/>
          </a:p>
        </p:txBody>
      </p:sp>
      <p:cxnSp>
        <p:nvCxnSpPr>
          <p:cNvPr id="10" name="Přímá spojnice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70944" y="802298"/>
            <a:ext cx="10913426" cy="969204"/>
          </a:xfrm>
        </p:spPr>
        <p:txBody>
          <a:bodyPr rtlCol="0"/>
          <a:lstStyle/>
          <a:p>
            <a:r>
              <a:rPr lang="cs-CZ" dirty="0"/>
              <a:t>Mine </a:t>
            </a:r>
            <a:r>
              <a:rPr lang="cs-CZ" dirty="0" err="1"/>
              <a:t>Holiday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 anchor="t">
            <a:normAutofit/>
          </a:bodyPr>
          <a:lstStyle/>
          <a:p>
            <a:r>
              <a:rPr lang="cs-CZ" dirty="0"/>
              <a:t>Tomáš </a:t>
            </a:r>
            <a:r>
              <a:rPr lang="cs-CZ" dirty="0" err="1"/>
              <a:t>podpleský</a:t>
            </a:r>
            <a:r>
              <a:rPr lang="cs-CZ" dirty="0"/>
              <a:t> 1.m</a:t>
            </a:r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venku, rostlina, obloha, strom&#10;&#10;Popis se vygeneroval automaticky.">
            <a:extLst>
              <a:ext uri="{FF2B5EF4-FFF2-40B4-BE49-F238E27FC236}">
                <a16:creationId xmlns:a16="http://schemas.microsoft.com/office/drawing/2014/main" id="{0BB2C4A1-7987-D427-69EF-9B23D8BC00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382" r="176" b="234"/>
          <a:stretch/>
        </p:blipFill>
        <p:spPr>
          <a:xfrm>
            <a:off x="391610" y="3006524"/>
            <a:ext cx="5476761" cy="2813874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F9B9021-73CC-89E3-138B-2CCFD620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441565"/>
          </a:xfrm>
        </p:spPr>
        <p:txBody>
          <a:bodyPr>
            <a:normAutofit fontScale="90000"/>
          </a:bodyPr>
          <a:lstStyle/>
          <a:p>
            <a:r>
              <a:rPr lang="cs-CZ" b="1" dirty="0">
                <a:latin typeface="Georgia Pro"/>
                <a:ea typeface="Calibri"/>
                <a:cs typeface="Calibri"/>
              </a:rPr>
              <a:t>Camp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C94676-E59E-741C-2867-6383B9AD8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94872"/>
            <a:ext cx="9603275" cy="39714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cs-CZ" dirty="0"/>
              <a:t>So, 29th </a:t>
            </a:r>
            <a:r>
              <a:rPr lang="cs-CZ" err="1"/>
              <a:t>of</a:t>
            </a:r>
            <a:r>
              <a:rPr lang="cs-CZ" dirty="0"/>
              <a:t> July, i </a:t>
            </a:r>
            <a:r>
              <a:rPr lang="cs-CZ" err="1"/>
              <a:t>went</a:t>
            </a:r>
            <a:r>
              <a:rPr lang="cs-CZ" dirty="0"/>
              <a:t> on </a:t>
            </a:r>
            <a:r>
              <a:rPr lang="cs-CZ" err="1"/>
              <a:t>an</a:t>
            </a:r>
            <a:r>
              <a:rPr lang="cs-CZ" dirty="0"/>
              <a:t> </a:t>
            </a:r>
            <a:r>
              <a:rPr lang="cs-CZ" err="1"/>
              <a:t>army</a:t>
            </a:r>
            <a:r>
              <a:rPr lang="cs-CZ" dirty="0"/>
              <a:t>/</a:t>
            </a:r>
            <a:r>
              <a:rPr lang="cs-CZ" err="1"/>
              <a:t>airsoft</a:t>
            </a:r>
            <a:r>
              <a:rPr lang="cs-CZ"/>
              <a:t> camp</a:t>
            </a:r>
          </a:p>
          <a:p>
            <a:pPr>
              <a:lnSpc>
                <a:spcPct val="100000"/>
              </a:lnSpc>
            </a:pPr>
            <a:r>
              <a:rPr lang="cs-CZ" err="1"/>
              <a:t>We</a:t>
            </a:r>
            <a:r>
              <a:rPr lang="cs-CZ" dirty="0"/>
              <a:t> </a:t>
            </a:r>
            <a:r>
              <a:rPr lang="cs-CZ" err="1"/>
              <a:t>played</a:t>
            </a:r>
            <a:r>
              <a:rPr lang="cs-CZ" dirty="0"/>
              <a:t> </a:t>
            </a:r>
            <a:r>
              <a:rPr lang="cs-CZ" err="1"/>
              <a:t>airsoft</a:t>
            </a:r>
            <a:r>
              <a:rPr lang="cs-CZ" dirty="0"/>
              <a:t> </a:t>
            </a:r>
            <a:r>
              <a:rPr lang="cs-CZ" err="1"/>
              <a:t>for</a:t>
            </a:r>
            <a:r>
              <a:rPr lang="cs-CZ" dirty="0"/>
              <a:t> a </a:t>
            </a:r>
            <a:r>
              <a:rPr lang="cs-CZ" err="1"/>
              <a:t>week</a:t>
            </a:r>
            <a:r>
              <a:rPr lang="cs-CZ" dirty="0"/>
              <a:t>. </a:t>
            </a:r>
            <a:r>
              <a:rPr lang="cs-CZ" err="1"/>
              <a:t>We</a:t>
            </a:r>
            <a:r>
              <a:rPr lang="cs-CZ" dirty="0"/>
              <a:t> </a:t>
            </a:r>
            <a:r>
              <a:rPr lang="cs-CZ" err="1"/>
              <a:t>played</a:t>
            </a:r>
            <a:r>
              <a:rPr lang="cs-CZ" dirty="0"/>
              <a:t> in </a:t>
            </a:r>
            <a:r>
              <a:rPr lang="cs-CZ" err="1"/>
              <a:t>the</a:t>
            </a:r>
            <a:r>
              <a:rPr lang="cs-CZ" dirty="0"/>
              <a:t> </a:t>
            </a:r>
            <a:r>
              <a:rPr lang="cs-CZ" err="1"/>
              <a:t>forest</a:t>
            </a:r>
            <a:r>
              <a:rPr lang="cs-CZ" dirty="0"/>
              <a:t>, and in a </a:t>
            </a:r>
            <a:r>
              <a:rPr lang="cs-CZ" err="1"/>
              <a:t>building</a:t>
            </a:r>
            <a:r>
              <a:rPr lang="cs-CZ" dirty="0"/>
              <a:t>.</a:t>
            </a:r>
          </a:p>
          <a:p>
            <a:pPr>
              <a:lnSpc>
                <a:spcPct val="100000"/>
              </a:lnSpc>
            </a:pPr>
            <a:r>
              <a:rPr lang="cs-CZ" dirty="0" err="1"/>
              <a:t>Also</a:t>
            </a:r>
            <a:r>
              <a:rPr lang="cs-CZ" dirty="0"/>
              <a:t>, in </a:t>
            </a:r>
            <a:r>
              <a:rPr lang="cs-CZ" dirty="0" err="1"/>
              <a:t>the</a:t>
            </a:r>
            <a:r>
              <a:rPr lang="cs-CZ" dirty="0"/>
              <a:t> night, </a:t>
            </a:r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got</a:t>
            </a:r>
            <a:r>
              <a:rPr lang="cs-CZ" dirty="0"/>
              <a:t> </a:t>
            </a:r>
            <a:r>
              <a:rPr lang="cs-CZ" dirty="0" err="1"/>
              <a:t>sent</a:t>
            </a:r>
            <a:r>
              <a:rPr lang="cs-CZ" dirty="0"/>
              <a:t> to </a:t>
            </a:r>
            <a:r>
              <a:rPr lang="cs-CZ" dirty="0" err="1"/>
              <a:t>an</a:t>
            </a:r>
            <a:r>
              <a:rPr lang="cs-CZ" dirty="0"/>
              <a:t> </a:t>
            </a:r>
            <a:r>
              <a:rPr lang="cs-CZ" dirty="0" err="1"/>
              <a:t>unknown</a:t>
            </a:r>
            <a:r>
              <a:rPr lang="cs-CZ" dirty="0"/>
              <a:t> </a:t>
            </a:r>
            <a:r>
              <a:rPr lang="cs-CZ" dirty="0" err="1"/>
              <a:t>location</a:t>
            </a:r>
            <a:r>
              <a:rPr lang="cs-CZ" dirty="0"/>
              <a:t> and </a:t>
            </a:r>
            <a:r>
              <a:rPr lang="cs-CZ" dirty="0" err="1"/>
              <a:t>we</a:t>
            </a:r>
            <a:r>
              <a:rPr lang="cs-CZ" dirty="0"/>
              <a:t> had to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back</a:t>
            </a:r>
            <a:r>
              <a:rPr lang="cs-CZ" dirty="0"/>
              <a:t> to base.</a:t>
            </a:r>
          </a:p>
        </p:txBody>
      </p:sp>
      <p:pic>
        <p:nvPicPr>
          <p:cNvPr id="5" name="Obrázek 4" descr="Obsah obrázku obloha, venku, tráva, mrak&#10;&#10;Popis se vygeneroval automaticky.">
            <a:extLst>
              <a:ext uri="{FF2B5EF4-FFF2-40B4-BE49-F238E27FC236}">
                <a16:creationId xmlns:a16="http://schemas.microsoft.com/office/drawing/2014/main" id="{6FB661FE-856D-F396-2D0B-1817F866A1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616" r="176" b="234"/>
          <a:stretch/>
        </p:blipFill>
        <p:spPr>
          <a:xfrm>
            <a:off x="6198243" y="3247663"/>
            <a:ext cx="5476761" cy="2804238"/>
          </a:xfrm>
          <a:prstGeom prst="rect">
            <a:avLst/>
          </a:prstGeom>
        </p:spPr>
      </p:pic>
      <p:pic>
        <p:nvPicPr>
          <p:cNvPr id="6" name="Obrázek 5" descr="Obsah obrázku venku, zbraň, strom, les&#10;&#10;Popis se vygeneroval automaticky.">
            <a:extLst>
              <a:ext uri="{FF2B5EF4-FFF2-40B4-BE49-F238E27FC236}">
                <a16:creationId xmlns:a16="http://schemas.microsoft.com/office/drawing/2014/main" id="{EC9621C9-C82C-A687-F64F-C4E1ADAC2D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176" t="27500" r="20235" b="13125"/>
          <a:stretch/>
        </p:blipFill>
        <p:spPr>
          <a:xfrm rot="5400000">
            <a:off x="9150029" y="49193"/>
            <a:ext cx="2370360" cy="226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0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3553CE-1994-E2FA-4AC0-EB73F4FD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Brigade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8EF553-9280-18DD-FD2F-EB22F56BF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/>
              <a:t>I </a:t>
            </a:r>
            <a:r>
              <a:rPr lang="cs-CZ" err="1"/>
              <a:t>went</a:t>
            </a:r>
            <a:r>
              <a:rPr lang="cs-CZ" dirty="0"/>
              <a:t> on a </a:t>
            </a:r>
            <a:r>
              <a:rPr lang="cs-CZ" err="1"/>
              <a:t>brigade</a:t>
            </a:r>
            <a:r>
              <a:rPr lang="cs-CZ" dirty="0"/>
              <a:t> and i </a:t>
            </a:r>
            <a:r>
              <a:rPr lang="cs-CZ" err="1"/>
              <a:t>worked</a:t>
            </a:r>
            <a:r>
              <a:rPr lang="cs-CZ" dirty="0"/>
              <a:t> </a:t>
            </a:r>
            <a:r>
              <a:rPr lang="cs-CZ" err="1"/>
              <a:t>for</a:t>
            </a:r>
            <a:r>
              <a:rPr lang="cs-CZ" dirty="0"/>
              <a:t> </a:t>
            </a:r>
            <a:r>
              <a:rPr lang="cs-CZ" err="1"/>
              <a:t>one</a:t>
            </a:r>
            <a:r>
              <a:rPr lang="cs-CZ" dirty="0"/>
              <a:t> and a </a:t>
            </a:r>
            <a:r>
              <a:rPr lang="cs-CZ" err="1"/>
              <a:t>half</a:t>
            </a:r>
            <a:r>
              <a:rPr lang="cs-CZ" dirty="0"/>
              <a:t> </a:t>
            </a:r>
            <a:r>
              <a:rPr lang="cs-CZ" err="1"/>
              <a:t>months</a:t>
            </a:r>
            <a:endParaRPr lang="cs-CZ" dirty="0" err="1"/>
          </a:p>
          <a:p>
            <a:pPr>
              <a:lnSpc>
                <a:spcPct val="100000"/>
              </a:lnSpc>
            </a:pPr>
            <a:r>
              <a:rPr lang="cs-CZ" dirty="0"/>
              <a:t>I </a:t>
            </a:r>
            <a:r>
              <a:rPr lang="cs-CZ" err="1"/>
              <a:t>worked</a:t>
            </a:r>
            <a:r>
              <a:rPr lang="cs-CZ" dirty="0"/>
              <a:t> in a iron </a:t>
            </a:r>
            <a:r>
              <a:rPr lang="cs-CZ" err="1"/>
              <a:t>processing</a:t>
            </a:r>
            <a:r>
              <a:rPr lang="cs-CZ" dirty="0"/>
              <a:t> </a:t>
            </a:r>
            <a:r>
              <a:rPr lang="cs-CZ" err="1"/>
              <a:t>company</a:t>
            </a:r>
            <a:r>
              <a:rPr lang="cs-CZ" dirty="0"/>
              <a:t>, and i </a:t>
            </a:r>
            <a:r>
              <a:rPr lang="cs-CZ" err="1"/>
              <a:t>worked</a:t>
            </a:r>
            <a:r>
              <a:rPr lang="cs-CZ" dirty="0"/>
              <a:t> on iron </a:t>
            </a:r>
            <a:r>
              <a:rPr lang="cs-CZ" err="1"/>
              <a:t>saw</a:t>
            </a:r>
            <a:r>
              <a:rPr lang="cs-CZ" dirty="0"/>
              <a:t>, and i </a:t>
            </a:r>
            <a:r>
              <a:rPr lang="cs-CZ" err="1"/>
              <a:t>packed</a:t>
            </a:r>
            <a:r>
              <a:rPr lang="cs-CZ" dirty="0"/>
              <a:t> </a:t>
            </a:r>
            <a:r>
              <a:rPr lang="cs-CZ" err="1"/>
              <a:t>parts</a:t>
            </a:r>
            <a:endParaRPr lang="cs-CZ"/>
          </a:p>
        </p:txBody>
      </p:sp>
      <p:pic>
        <p:nvPicPr>
          <p:cNvPr id="4" name="Obrázek 3" descr="Obsah obrázku stroj/přístroj, inženýrství, Elektrické vedení, kabel&#10;&#10;Popis se vygeneroval automaticky.">
            <a:extLst>
              <a:ext uri="{FF2B5EF4-FFF2-40B4-BE49-F238E27FC236}">
                <a16:creationId xmlns:a16="http://schemas.microsoft.com/office/drawing/2014/main" id="{42A5D39E-ED08-EF0D-B7CE-D6FE28F5FE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10" r="-316" b="234"/>
          <a:stretch/>
        </p:blipFill>
        <p:spPr>
          <a:xfrm>
            <a:off x="101090" y="3122271"/>
            <a:ext cx="3067669" cy="362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0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jídlo, Rychlé občerstvení, talíř, Kuchyně&#10;&#10;Popis se vygeneroval automaticky.">
            <a:extLst>
              <a:ext uri="{FF2B5EF4-FFF2-40B4-BE49-F238E27FC236}">
                <a16:creationId xmlns:a16="http://schemas.microsoft.com/office/drawing/2014/main" id="{83F6CA3D-4223-1914-B684-BE1DAB84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320" y="2823258"/>
            <a:ext cx="1774423" cy="3179180"/>
          </a:xfrm>
          <a:prstGeom prst="rect">
            <a:avLst/>
          </a:prstGeom>
        </p:spPr>
      </p:pic>
      <p:pic>
        <p:nvPicPr>
          <p:cNvPr id="6" name="Obrázek 5" descr="Obsah obrázku jídlo, zmrzlina, mléčné výrobky, mražený dezert&#10;&#10;Popis se vygeneroval automaticky.">
            <a:extLst>
              <a:ext uri="{FF2B5EF4-FFF2-40B4-BE49-F238E27FC236}">
                <a16:creationId xmlns:a16="http://schemas.microsoft.com/office/drawing/2014/main" id="{3E827752-0010-D1AD-E042-E743667AD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" y="3160853"/>
            <a:ext cx="1600803" cy="2841585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9342FF4-432F-05FD-FA23-BDB47CC2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Trip</a:t>
            </a:r>
            <a:r>
              <a:rPr lang="cs-CZ" dirty="0"/>
              <a:t> to </a:t>
            </a:r>
            <a:r>
              <a:rPr lang="cs-CZ" dirty="0" err="1"/>
              <a:t>Crotia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BF292E-C2A3-6A4E-A998-F7F828D3D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/>
              <a:t>So i </a:t>
            </a:r>
            <a:r>
              <a:rPr lang="cs-CZ" dirty="0" err="1"/>
              <a:t>went</a:t>
            </a:r>
            <a:r>
              <a:rPr lang="cs-CZ" dirty="0"/>
              <a:t> to </a:t>
            </a:r>
            <a:r>
              <a:rPr lang="cs-CZ" dirty="0" err="1"/>
              <a:t>Crotia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my </a:t>
            </a:r>
            <a:r>
              <a:rPr lang="cs-CZ" dirty="0" err="1"/>
              <a:t>family</a:t>
            </a:r>
          </a:p>
          <a:p>
            <a:pPr>
              <a:lnSpc>
                <a:spcPct val="100000"/>
              </a:lnSpc>
            </a:pPr>
            <a:r>
              <a:rPr lang="cs-CZ" err="1"/>
              <a:t>We</a:t>
            </a:r>
            <a:r>
              <a:rPr lang="cs-CZ" dirty="0"/>
              <a:t> </a:t>
            </a:r>
            <a:r>
              <a:rPr lang="cs-CZ" err="1"/>
              <a:t>ate</a:t>
            </a:r>
            <a:r>
              <a:rPr lang="cs-CZ" dirty="0"/>
              <a:t> </a:t>
            </a:r>
            <a:r>
              <a:rPr lang="cs-CZ" err="1"/>
              <a:t>at</a:t>
            </a:r>
            <a:r>
              <a:rPr lang="cs-CZ" dirty="0"/>
              <a:t> </a:t>
            </a:r>
            <a:r>
              <a:rPr lang="cs-CZ" err="1"/>
              <a:t>restaurants</a:t>
            </a:r>
            <a:r>
              <a:rPr lang="cs-CZ" dirty="0"/>
              <a:t> and </a:t>
            </a:r>
            <a:r>
              <a:rPr lang="cs-CZ" err="1"/>
              <a:t>drank</a:t>
            </a:r>
            <a:r>
              <a:rPr lang="cs-CZ" dirty="0"/>
              <a:t> </a:t>
            </a:r>
            <a:r>
              <a:rPr lang="cs-CZ" err="1"/>
              <a:t>drinks</a:t>
            </a:r>
            <a:r>
              <a:rPr lang="cs-CZ" dirty="0"/>
              <a:t> </a:t>
            </a:r>
            <a:r>
              <a:rPr lang="cs-CZ" err="1"/>
              <a:t>at</a:t>
            </a:r>
            <a:r>
              <a:rPr lang="cs-CZ" dirty="0"/>
              <a:t> </a:t>
            </a:r>
            <a:r>
              <a:rPr lang="cs-CZ" err="1"/>
              <a:t>bars</a:t>
            </a:r>
            <a:endParaRPr lang="cs-CZ" dirty="0" err="1"/>
          </a:p>
          <a:p>
            <a:pPr>
              <a:lnSpc>
                <a:spcPct val="100000"/>
              </a:lnSpc>
            </a:pPr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were</a:t>
            </a:r>
            <a:r>
              <a:rPr lang="cs-CZ" dirty="0"/>
              <a:t> </a:t>
            </a:r>
            <a:r>
              <a:rPr lang="cs-CZ" dirty="0" err="1"/>
              <a:t>there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a </a:t>
            </a:r>
            <a:r>
              <a:rPr lang="cs-CZ" dirty="0" err="1"/>
              <a:t>week</a:t>
            </a:r>
          </a:p>
        </p:txBody>
      </p:sp>
      <p:pic>
        <p:nvPicPr>
          <p:cNvPr id="4" name="Obrázek 3" descr="Obsah obrázku jídlo, rajče, přísada, Kuchyně&#10;&#10;Popis se vygeneroval automaticky.">
            <a:extLst>
              <a:ext uri="{FF2B5EF4-FFF2-40B4-BE49-F238E27FC236}">
                <a16:creationId xmlns:a16="http://schemas.microsoft.com/office/drawing/2014/main" id="{FA6A38A6-01D5-F7C9-30A2-E500B56A1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788" y="93562"/>
            <a:ext cx="2314575" cy="4114800"/>
          </a:xfrm>
          <a:prstGeom prst="rect">
            <a:avLst/>
          </a:prstGeom>
        </p:spPr>
      </p:pic>
      <p:pic>
        <p:nvPicPr>
          <p:cNvPr id="5" name="Obrázek 4" descr="Obsah obrázku koktejl, osoba, džus, Alkoholický nápoj&#10;&#10;Popis se vygeneroval automaticky.">
            <a:extLst>
              <a:ext uri="{FF2B5EF4-FFF2-40B4-BE49-F238E27FC236}">
                <a16:creationId xmlns:a16="http://schemas.microsoft.com/office/drawing/2014/main" id="{BD7802FE-65F2-88EC-5A5C-0ED50A4B0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042" y="1656144"/>
            <a:ext cx="23145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5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50C157-F0AE-58C6-3A97-15C7C96B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And </a:t>
            </a:r>
            <a:r>
              <a:rPr lang="cs-CZ" dirty="0" err="1"/>
              <a:t>lastly</a:t>
            </a:r>
            <a:r>
              <a:rPr lang="cs-CZ" dirty="0"/>
              <a:t>, i </a:t>
            </a:r>
            <a:r>
              <a:rPr lang="cs-CZ" dirty="0" err="1"/>
              <a:t>was</a:t>
            </a:r>
            <a:r>
              <a:rPr lang="cs-CZ" dirty="0"/>
              <a:t> </a:t>
            </a:r>
            <a:r>
              <a:rPr lang="cs-CZ" dirty="0" err="1"/>
              <a:t>home</a:t>
            </a:r>
            <a:r>
              <a:rPr lang="cs-CZ" dirty="0"/>
              <a:t> and </a:t>
            </a:r>
            <a:r>
              <a:rPr lang="cs-CZ" dirty="0" err="1"/>
              <a:t>played</a:t>
            </a:r>
            <a:r>
              <a:rPr lang="cs-CZ" dirty="0"/>
              <a:t> </a:t>
            </a:r>
            <a:r>
              <a:rPr lang="cs-CZ" dirty="0" err="1"/>
              <a:t>videogames</a:t>
            </a:r>
          </a:p>
        </p:txBody>
      </p:sp>
      <p:pic>
        <p:nvPicPr>
          <p:cNvPr id="4" name="Zástupný obsah 3" descr="Obsah obrázku elektronika, text, Zobrazovací zařízení, snímek obrazovky&#10;&#10;Popis se vygeneroval automaticky.">
            <a:extLst>
              <a:ext uri="{FF2B5EF4-FFF2-40B4-BE49-F238E27FC236}">
                <a16:creationId xmlns:a16="http://schemas.microsoft.com/office/drawing/2014/main" id="{DDCEEF00-99C1-A146-5BF6-C27686331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885" r="22409"/>
          <a:stretch/>
        </p:blipFill>
        <p:spPr>
          <a:xfrm rot="5400000">
            <a:off x="1508487" y="2100882"/>
            <a:ext cx="3823642" cy="4439177"/>
          </a:xfrm>
        </p:spPr>
      </p:pic>
    </p:spTree>
    <p:extLst>
      <p:ext uri="{BB962C8B-B14F-4D97-AF65-F5344CB8AC3E}">
        <p14:creationId xmlns:p14="http://schemas.microsoft.com/office/powerpoint/2010/main" val="178793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827328-F06B-5662-CE79-7431D772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 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</a:p>
        </p:txBody>
      </p:sp>
      <p:pic>
        <p:nvPicPr>
          <p:cNvPr id="4" name="Zástupný obsah 3" descr="Obsah obrázku Lidská tvář, osoba, oblečení, zeď&#10;&#10;Popis se vygeneroval automaticky.">
            <a:extLst>
              <a:ext uri="{FF2B5EF4-FFF2-40B4-BE49-F238E27FC236}">
                <a16:creationId xmlns:a16="http://schemas.microsoft.com/office/drawing/2014/main" id="{77B9FB84-D383-FF4E-CBA1-C14656641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565" y="1635411"/>
            <a:ext cx="5530645" cy="4114800"/>
          </a:xfrm>
        </p:spPr>
      </p:pic>
    </p:spTree>
    <p:extLst>
      <p:ext uri="{BB962C8B-B14F-4D97-AF65-F5344CB8AC3E}">
        <p14:creationId xmlns:p14="http://schemas.microsoft.com/office/powerpoint/2010/main" val="34682097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0</TotalTime>
  <Words>1</Words>
  <Application>Microsoft Office PowerPoint</Application>
  <PresentationFormat>Širokoúhlá obrazovka</PresentationFormat>
  <Paragraphs>1</Paragraphs>
  <Slides>6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7" baseType="lpstr">
      <vt:lpstr>Galerie</vt:lpstr>
      <vt:lpstr>Mine Holiday</vt:lpstr>
      <vt:lpstr>Camp</vt:lpstr>
      <vt:lpstr>Brigade</vt:lpstr>
      <vt:lpstr>Trip to Crotia</vt:lpstr>
      <vt:lpstr>And lastly, i was home and played videogames</vt:lpstr>
      <vt:lpstr>Thank you for 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/>
  <cp:lastModifiedBy/>
  <cp:revision>109</cp:revision>
  <dcterms:created xsi:type="dcterms:W3CDTF">2023-11-05T21:58:01Z</dcterms:created>
  <dcterms:modified xsi:type="dcterms:W3CDTF">2023-11-05T22:28:22Z</dcterms:modified>
</cp:coreProperties>
</file>